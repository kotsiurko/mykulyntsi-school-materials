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Без стилю та сітки таблиці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2D7BD-7805-416B-A4DB-757CDE0A3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4DDB971-9D2D-4610-A8CE-BB63B13DA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F9490CC-5943-48D3-A89B-20515F1B1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8C2129F-5E38-40E0-B06E-7819ABA88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698AB1D-5615-497A-ACAC-896218A0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3911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79A87-6047-4E00-AC5A-A4AD1FE67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A74E1E3-0BCE-4CFF-8818-52B3B261C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F994372-462A-4586-B63C-C653C58C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53C7903-CE3E-4624-A10B-DBD82385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95883A3-A904-49F4-9A4C-4352189E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922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202F49-B56E-40D3-A55E-73EDAC89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DE65FAC-57F1-4FEC-BED9-864B133DB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157313D-203F-4838-8662-E98EF3441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C8B265D-0E64-4C04-81F2-16FA69E5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3A1E1D-2ECF-4367-BD68-D1583778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74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37A898-5719-4CDB-9DD6-CE33E6FA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55C7DC0-20C7-4177-A144-19F2A3B1A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9B26B9A-0841-4B9F-87E8-BC413AFB8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9E97296-E61F-438C-B24F-B3FCC465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A070297-50D5-4C03-8514-8169D904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CB15F63-18B3-4494-BEAD-1F97A9B1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2249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75B17-7A7B-4912-81CD-19888AF5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07585B7-B63E-47C4-B53D-B19ED832F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17423F8-4760-4030-9F3C-952C28F86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80B96A1-9BEB-4B6B-99AF-E0865351D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5141545-556C-4D10-816E-6A88F90FE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F169F04-61E5-47CE-B859-D751C373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A18971E7-B594-4677-974A-FE5E4752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B07EC81-9378-4D82-A6A6-76E22457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565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486029-F417-466A-A04D-35C375A3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E0AE060-D89F-4566-AB4D-D6946739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4B596E8-BE54-44E3-8614-128C6A35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43EAF83-61FC-4820-B41C-7581CE8F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5780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49D5CBB-A423-49FC-9736-9B6C2EC0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FA68B59-C5AB-4E88-933F-D8430C787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38B9E84-FDC6-4B89-8CAA-222AB487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732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4EA3D5-320F-4A87-A4B7-B1B7C9EC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96781B7-A496-4C00-B5C9-128A24B41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F36130D-8E64-41FF-8B33-7E0C16D01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2A0543C-5667-4D09-B406-0D5695E5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104D7F3-BDC8-4240-9AC4-BDF8F6EB0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510C7A2-4AB0-43DB-8CF3-44257ACE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6931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93603E-6A85-496D-8F1A-5496A2E3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D759345-30C4-42B4-8537-826B5284CD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236AA52A-D93C-4D16-A6FC-4E827E537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CF6F12D-A727-4C68-B38F-73BA1920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1BE7C39-961C-46E4-B69F-7594EA629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E47AF31-4FE1-4C9A-8FA4-28F30EE0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023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B1935-637A-4311-9CF4-62F1D8B33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0ED3113-0B86-4A69-B74C-C27CDE5A7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EA7F02-FF54-49BA-BB8B-628E77EB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CFEFEE-3058-4F6F-8026-683C2E312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B0005D0-FF40-4B3F-9E59-0978707B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888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D8B6FEA-CF48-45D8-8C2C-CC269B728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1AE64F6-20F7-42CC-8CEC-578B448A9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5C6FC2E-0DEB-40A1-A0F7-91794D35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C4872D5-1367-4356-B2A8-F9F9BA76C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137A773-18B6-4F03-8BC3-AEF398BB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7316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B435252D-342C-4743-9DB1-18E91D4B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C135731-074E-4388-B1BA-992A291C5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A788E9E-EBFE-422A-8ABA-AC7277930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4A2D9-A76B-421F-A1A6-070A8AED1D86}" type="datetimeFigureOut">
              <a:rPr lang="uk-UA" smtClean="0"/>
              <a:t>25.11.2023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B23ECED-754F-4D64-8544-433A64884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1CE6EE4-875E-4183-B53F-108D77A39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43EAF-6F66-48FD-88E1-E435B063960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7286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2F2FE-DB46-4625-B81E-17BCD5B0E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6499"/>
            <a:ext cx="9144000" cy="1081898"/>
          </a:xfrm>
        </p:spPr>
        <p:txBody>
          <a:bodyPr/>
          <a:lstStyle/>
          <a:p>
            <a:r>
              <a:rPr lang="uk-UA" dirty="0"/>
              <a:t>Аналіз даних</a:t>
            </a:r>
          </a:p>
        </p:txBody>
      </p:sp>
      <p:pic>
        <p:nvPicPr>
          <p:cNvPr id="1026" name="Picture 2" descr="Скатертина тканинна гобеленова кругла квіти Limaso діаметр Ø 160 см на  круглий стіл: продаж, ціна у Києві. Скатертини, серветки сервірувальні від  &quot;Затишний Дім - yut.in.ua&quot; - 1396889355">
            <a:extLst>
              <a:ext uri="{FF2B5EF4-FFF2-40B4-BE49-F238E27FC236}">
                <a16:creationId xmlns:a16="http://schemas.microsoft.com/office/drawing/2014/main" id="{A77F0FA6-7C14-4965-8D8D-28D40FF30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747226"/>
            <a:ext cx="5715000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юслі AXA Start медові з курагою, родзинками та корицею 375г –  онлайн-супермаркет «Сільпо»">
            <a:extLst>
              <a:ext uri="{FF2B5EF4-FFF2-40B4-BE49-F238E27FC236}">
                <a16:creationId xmlns:a16="http://schemas.microsoft.com/office/drawing/2014/main" id="{CBF261DD-3B0D-4C3D-8C18-CCAE77270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036" y="2382870"/>
            <a:ext cx="1162196" cy="1162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Булочка «Витушка з корицею» 100г – онлайн-супермаркет «Сільпо»">
            <a:extLst>
              <a:ext uri="{FF2B5EF4-FFF2-40B4-BE49-F238E27FC236}">
                <a16:creationId xmlns:a16="http://schemas.microsoft.com/office/drawing/2014/main" id="{97569A98-C1FB-4371-8853-13EC48687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083" y="3142579"/>
            <a:ext cx="911281" cy="91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B385019-516E-4707-B396-71A1EF7097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92365" y="3270004"/>
            <a:ext cx="1028751" cy="580747"/>
          </a:xfrm>
          <a:prstGeom prst="rect">
            <a:avLst/>
          </a:prstGeom>
        </p:spPr>
      </p:pic>
      <p:pic>
        <p:nvPicPr>
          <p:cNvPr id="1058" name="Picture 34" descr="Сік прямого віджиму без цукру Яблуко Садочок т/п 0.95л  Садочок(4823063108522): придбати в інтернет магазинах України | Відгуки та  ціни в listex.info">
            <a:extLst>
              <a:ext uri="{FF2B5EF4-FFF2-40B4-BE49-F238E27FC236}">
                <a16:creationId xmlns:a16="http://schemas.microsoft.com/office/drawing/2014/main" id="{E1844AE3-A8B4-438B-BB29-D8210650F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80" t="7147" r="30597" b="5635"/>
          <a:stretch/>
        </p:blipFill>
        <p:spPr bwMode="auto">
          <a:xfrm>
            <a:off x="5421698" y="2104545"/>
            <a:ext cx="554960" cy="116372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Круасан бутербродний. Хлібобулочні вироби HoReCa від ТМ «Рудь»">
            <a:extLst>
              <a:ext uri="{FF2B5EF4-FFF2-40B4-BE49-F238E27FC236}">
                <a16:creationId xmlns:a16="http://schemas.microsoft.com/office/drawing/2014/main" id="{493D2DF8-92C5-4135-BD47-53FAF4C71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961" y="2964903"/>
            <a:ext cx="953066" cy="953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➤ Йогурт 280г Дольче Полуниця 3,2% купити в Києві та Україні за ціною від  20.50 грн ☆ АТБ Маркет">
            <a:extLst>
              <a:ext uri="{FF2B5EF4-FFF2-40B4-BE49-F238E27FC236}">
                <a16:creationId xmlns:a16="http://schemas.microsoft.com/office/drawing/2014/main" id="{C9E839CA-E91F-4D3C-8857-1ECBD02433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57" t="6195" r="14611" b="9906"/>
          <a:stretch/>
        </p:blipFill>
        <p:spPr bwMode="auto">
          <a:xfrm>
            <a:off x="6301036" y="2454484"/>
            <a:ext cx="712284" cy="823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50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C965B-ED3E-4A51-8D28-BB908FC31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/>
          <a:lstStyle/>
          <a:p>
            <a:r>
              <a:rPr lang="uk-UA" dirty="0"/>
              <a:t>Замовлення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F7B9AE0-51CF-41F4-8AB5-466FCD40E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150" y="2036959"/>
            <a:ext cx="9531285" cy="278408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Леся, Ангеліна, Наталя і Настя - </a:t>
            </a:r>
            <a:r>
              <a:rPr lang="uk-UA" sz="2400" b="1" dirty="0" err="1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мюслі</a:t>
            </a: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Микола, Павло, Софія, Аня, Сашко та Олексій - </a:t>
            </a:r>
            <a:r>
              <a:rPr lang="uk-UA" sz="2400" b="1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булочку з чаєм</a:t>
            </a: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Михайло і Юля - </a:t>
            </a:r>
            <a:r>
              <a:rPr lang="uk-UA" sz="2400" b="1" dirty="0">
                <a:solidFill>
                  <a:srgbClr val="92D05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бутерброд із соком</a:t>
            </a: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Ніна, Аліна, Ілля, Вероніка й Руслан - </a:t>
            </a:r>
            <a:r>
              <a:rPr lang="uk-UA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сирну запіканку з какао</a:t>
            </a: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Іра, Мар’ян, Стас, Ігор і Назар - </a:t>
            </a:r>
            <a:r>
              <a:rPr lang="uk-UA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круасан</a:t>
            </a:r>
            <a:r>
              <a:rPr lang="uk-UA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із йогуртом</a:t>
            </a:r>
            <a:r>
              <a:rPr lang="uk-UA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uk-UA" sz="3600" dirty="0"/>
          </a:p>
        </p:txBody>
      </p:sp>
    </p:spTree>
    <p:extLst>
      <p:ext uri="{BB962C8B-B14F-4D97-AF65-F5344CB8AC3E}">
        <p14:creationId xmlns:p14="http://schemas.microsoft.com/office/powerpoint/2010/main" val="3492367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02D71E-DE87-428A-89A8-4CAA28FD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uk-UA" dirty="0"/>
              <a:t>Опитувальник від дієтсестри</a:t>
            </a:r>
          </a:p>
        </p:txBody>
      </p:sp>
      <p:graphicFrame>
        <p:nvGraphicFramePr>
          <p:cNvPr id="4" name="Таблиця 4">
            <a:extLst>
              <a:ext uri="{FF2B5EF4-FFF2-40B4-BE49-F238E27FC236}">
                <a16:creationId xmlns:a16="http://schemas.microsoft.com/office/drawing/2014/main" id="{03173CD7-A57D-4CA6-B8FD-2D51C1788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45801"/>
              </p:ext>
            </p:extLst>
          </p:nvPr>
        </p:nvGraphicFramePr>
        <p:xfrm>
          <a:off x="1905393" y="2080149"/>
          <a:ext cx="8381214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9664">
                  <a:extLst>
                    <a:ext uri="{9D8B030D-6E8A-4147-A177-3AD203B41FA5}">
                      <a16:colId xmlns:a16="http://schemas.microsoft.com/office/drawing/2014/main" val="1202842242"/>
                    </a:ext>
                  </a:extLst>
                </a:gridCol>
                <a:gridCol w="3921550">
                  <a:extLst>
                    <a:ext uri="{9D8B030D-6E8A-4147-A177-3AD203B41FA5}">
                      <a16:colId xmlns:a16="http://schemas.microsoft.com/office/drawing/2014/main" val="524270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Кількість учнів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1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Найпопулярніший сніданок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60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Кількість учнів, що його вибрали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208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Найменш популярний сніданок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dirty="0"/>
                        <a:t>Кількість учнів, що його вибрали</a:t>
                      </a:r>
                    </a:p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35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Кількість учнів, що не вибрали найбільш та найменш популярні сніданки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792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Що було б обрано тобою?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238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26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614F9-3214-4FB7-BFA0-45CAC7AE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uk-UA" dirty="0"/>
              <a:t>Граф</a:t>
            </a:r>
          </a:p>
        </p:txBody>
      </p:sp>
      <p:graphicFrame>
        <p:nvGraphicFramePr>
          <p:cNvPr id="4" name="Таблиця 4">
            <a:extLst>
              <a:ext uri="{FF2B5EF4-FFF2-40B4-BE49-F238E27FC236}">
                <a16:creationId xmlns:a16="http://schemas.microsoft.com/office/drawing/2014/main" id="{23CC20F1-98C3-484B-B390-D4B0F6977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8564480"/>
              </p:ext>
            </p:extLst>
          </p:nvPr>
        </p:nvGraphicFramePr>
        <p:xfrm>
          <a:off x="2815472" y="1760220"/>
          <a:ext cx="6561056" cy="3337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8033">
                  <a:extLst>
                    <a:ext uri="{9D8B030D-6E8A-4147-A177-3AD203B41FA5}">
                      <a16:colId xmlns:a16="http://schemas.microsoft.com/office/drawing/2014/main" val="2822487285"/>
                    </a:ext>
                  </a:extLst>
                </a:gridCol>
                <a:gridCol w="1385740">
                  <a:extLst>
                    <a:ext uri="{9D8B030D-6E8A-4147-A177-3AD203B41FA5}">
                      <a16:colId xmlns:a16="http://schemas.microsoft.com/office/drawing/2014/main" val="626538632"/>
                    </a:ext>
                  </a:extLst>
                </a:gridCol>
                <a:gridCol w="1319752">
                  <a:extLst>
                    <a:ext uri="{9D8B030D-6E8A-4147-A177-3AD203B41FA5}">
                      <a16:colId xmlns:a16="http://schemas.microsoft.com/office/drawing/2014/main" val="357719301"/>
                    </a:ext>
                  </a:extLst>
                </a:gridCol>
                <a:gridCol w="1253765">
                  <a:extLst>
                    <a:ext uri="{9D8B030D-6E8A-4147-A177-3AD203B41FA5}">
                      <a16:colId xmlns:a16="http://schemas.microsoft.com/office/drawing/2014/main" val="430748774"/>
                    </a:ext>
                  </a:extLst>
                </a:gridCol>
                <a:gridCol w="1253766">
                  <a:extLst>
                    <a:ext uri="{9D8B030D-6E8A-4147-A177-3AD203B41FA5}">
                      <a16:colId xmlns:a16="http://schemas.microsoft.com/office/drawing/2014/main" val="4169066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435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732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78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77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65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31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08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b="1" dirty="0"/>
                        <a:t>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976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521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111</Words>
  <Application>Microsoft Office PowerPoint</Application>
  <PresentationFormat>Широкий екран</PresentationFormat>
  <Paragraphs>21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Тема Office</vt:lpstr>
      <vt:lpstr>Аналіз даних</vt:lpstr>
      <vt:lpstr>Замовлення</vt:lpstr>
      <vt:lpstr>Опитувальник від дієтсестри</vt:lpstr>
      <vt:lpstr>Граф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Аналіз даних</dc:title>
  <dc:creator>пк</dc:creator>
  <cp:lastModifiedBy>пк</cp:lastModifiedBy>
  <cp:revision>4</cp:revision>
  <dcterms:created xsi:type="dcterms:W3CDTF">2023-11-25T21:23:55Z</dcterms:created>
  <dcterms:modified xsi:type="dcterms:W3CDTF">2023-11-25T21:58:22Z</dcterms:modified>
</cp:coreProperties>
</file>
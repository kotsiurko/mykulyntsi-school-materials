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Мій</a:t>
            </a:r>
            <a:r>
              <a:rPr dirty="0"/>
              <a:t> </a:t>
            </a:r>
            <a:r>
              <a:rPr dirty="0" err="1"/>
              <a:t>мультфільм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49424" y="4434840"/>
            <a:ext cx="6400800" cy="1752600"/>
          </a:xfrm>
        </p:spPr>
        <p:txBody>
          <a:bodyPr/>
          <a:lstStyle/>
          <a:p>
            <a:pPr algn="r"/>
            <a:r>
              <a:rPr dirty="0" err="1"/>
              <a:t>Презентація</a:t>
            </a:r>
            <a:r>
              <a:rPr dirty="0"/>
              <a:t> з </a:t>
            </a:r>
            <a:r>
              <a:rPr dirty="0" err="1"/>
              <a:t>вставленим</a:t>
            </a:r>
            <a:r>
              <a:rPr dirty="0"/>
              <a:t> </a:t>
            </a:r>
            <a:r>
              <a:rPr dirty="0" err="1"/>
              <a:t>відео</a:t>
            </a:r>
            <a:endParaRPr lang="uk-UA" dirty="0"/>
          </a:p>
          <a:p>
            <a:pPr algn="r"/>
            <a:r>
              <a:rPr lang="uk-UA" dirty="0"/>
              <a:t>Автор: </a:t>
            </a:r>
            <a:r>
              <a:rPr lang="uk-UA" dirty="0" err="1"/>
              <a:t>Коцюрко</a:t>
            </a:r>
            <a:r>
              <a:rPr lang="uk-UA" dirty="0"/>
              <a:t> Р., 6-В клас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Головні персонажі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Герой 1</a:t>
            </a:r>
          </a:p>
          <a:p>
            <a:r>
              <a:t>• Герой 2</a:t>
            </a:r>
          </a:p>
          <a:p>
            <a:r>
              <a:t>• Герой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Короткий опис сюжету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Тут коротко опиши, про що цей уривок мультфільму.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Вставлене відео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🎥 </a:t>
            </a:r>
            <a:r>
              <a:rPr dirty="0" err="1"/>
              <a:t>Тут</a:t>
            </a:r>
            <a:r>
              <a:rPr dirty="0"/>
              <a:t> </a:t>
            </a:r>
            <a:r>
              <a:rPr dirty="0" err="1"/>
              <a:t>встав</a:t>
            </a:r>
            <a:r>
              <a:rPr dirty="0"/>
              <a:t> </a:t>
            </a:r>
            <a:r>
              <a:rPr dirty="0" err="1"/>
              <a:t>відео</a:t>
            </a:r>
            <a:r>
              <a:rPr dirty="0"/>
              <a:t> (</a:t>
            </a:r>
            <a:r>
              <a:rPr dirty="0" err="1"/>
              <a:t>Вставка</a:t>
            </a:r>
            <a:r>
              <a:rPr dirty="0"/>
              <a:t> → </a:t>
            </a:r>
            <a:r>
              <a:rPr dirty="0" err="1"/>
              <a:t>Відео</a:t>
            </a:r>
            <a:r>
              <a:rPr dirty="0"/>
              <a:t>)</a:t>
            </a:r>
          </a:p>
          <a:p>
            <a:r>
              <a:rPr dirty="0" err="1"/>
              <a:t>Налаштуй</a:t>
            </a:r>
            <a:r>
              <a:rPr dirty="0"/>
              <a:t> </a:t>
            </a:r>
            <a:r>
              <a:rPr dirty="0" err="1"/>
              <a:t>відтворення</a:t>
            </a:r>
            <a:r>
              <a:rPr dirty="0"/>
              <a:t>: </a:t>
            </a:r>
            <a:r>
              <a:rPr dirty="0" err="1"/>
              <a:t>автоматично</a:t>
            </a:r>
            <a:r>
              <a:rPr dirty="0"/>
              <a:t> </a:t>
            </a:r>
            <a:r>
              <a:rPr dirty="0" err="1"/>
              <a:t>або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клацанням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56</Words>
  <Application>Microsoft Office PowerPoint</Application>
  <PresentationFormat>Екран (4:3)</PresentationFormat>
  <Paragraphs>12</Paragraphs>
  <Slides>4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Мій мультфільм</vt:lpstr>
      <vt:lpstr>Головні персонажі</vt:lpstr>
      <vt:lpstr>Короткий опис сюжету</vt:lpstr>
      <vt:lpstr>Презентація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Мій мультфільм</dc:title>
  <dc:subject/>
  <dc:creator/>
  <cp:keywords/>
  <dc:description>generated using python-pptx</dc:description>
  <cp:lastModifiedBy>Roman</cp:lastModifiedBy>
  <cp:revision>2</cp:revision>
  <dcterms:created xsi:type="dcterms:W3CDTF">2013-01-27T09:14:16Z</dcterms:created>
  <dcterms:modified xsi:type="dcterms:W3CDTF">2025-12-01T20:27:54Z</dcterms:modified>
  <cp:category/>
</cp:coreProperties>
</file>
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2C0B"/>
    <a:srgbClr val="FEEFEC"/>
    <a:srgbClr val="FFFFCC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1308" autoAdjust="0"/>
  </p:normalViewPr>
  <p:slideViewPr>
    <p:cSldViewPr>
      <p:cViewPr varScale="1">
        <p:scale>
          <a:sx n="81" d="100"/>
          <a:sy n="81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smtClean="0">
                <a:latin typeface="Verdana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>
                <a:latin typeface="Verdana" charset="0"/>
              </a:defRPr>
            </a:lvl1pPr>
          </a:lstStyle>
          <a:p>
            <a:pPr>
              <a:defRPr/>
            </a:pPr>
            <a:fld id="{32AA32AF-10DA-404E-972C-D347FC21A426}" type="datetimeFigureOut">
              <a:rPr lang="ru-RU"/>
              <a:pPr>
                <a:defRPr/>
              </a:pPr>
              <a:t>23.11.2017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smtClean="0">
                <a:latin typeface="Verdana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>
                <a:latin typeface="Verdana" charset="0"/>
              </a:defRPr>
            </a:lvl1pPr>
          </a:lstStyle>
          <a:p>
            <a:pPr>
              <a:defRPr/>
            </a:pPr>
            <a:fld id="{2E5E9DA5-B063-486B-9D1A-6CD990F6F92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4308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smtClean="0">
                <a:latin typeface="Verdana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>
                <a:latin typeface="Verdana" charset="0"/>
              </a:defRPr>
            </a:lvl1pPr>
          </a:lstStyle>
          <a:p>
            <a:pPr>
              <a:defRPr/>
            </a:pPr>
            <a:fld id="{049920E1-7E4B-4D82-AED1-7EB9F6E715BC}" type="datetimeFigureOut">
              <a:rPr lang="ru-RU"/>
              <a:pPr>
                <a:defRPr/>
              </a:pPr>
              <a:t>23.11.2017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k-UA" smtClean="0"/>
              <a:t>Образец текста</a:t>
            </a:r>
          </a:p>
          <a:p>
            <a:pPr lvl="1"/>
            <a:r>
              <a:rPr lang="ru-RU" altLang="uk-UA" smtClean="0"/>
              <a:t>Второй уровень</a:t>
            </a:r>
          </a:p>
          <a:p>
            <a:pPr lvl="2"/>
            <a:r>
              <a:rPr lang="ru-RU" altLang="uk-UA" smtClean="0"/>
              <a:t>Третий уровень</a:t>
            </a:r>
          </a:p>
          <a:p>
            <a:pPr lvl="3"/>
            <a:r>
              <a:rPr lang="ru-RU" altLang="uk-UA" smtClean="0"/>
              <a:t>Четвертый уровень</a:t>
            </a:r>
          </a:p>
          <a:p>
            <a:pPr lvl="4"/>
            <a:r>
              <a:rPr lang="ru-RU" altLang="uk-UA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smtClean="0">
                <a:latin typeface="Verdana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>
                <a:latin typeface="Verdana" charset="0"/>
              </a:defRPr>
            </a:lvl1pPr>
          </a:lstStyle>
          <a:p>
            <a:pPr>
              <a:defRPr/>
            </a:pPr>
            <a:fld id="{FE81876A-EF97-4279-8F3A-F2899AD2C28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8957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9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36 w 596"/>
                  <a:gd name="T1" fmla="*/ 825 h 666"/>
                  <a:gd name="T2" fmla="*/ 13 w 596"/>
                  <a:gd name="T3" fmla="*/ 760 h 666"/>
                  <a:gd name="T4" fmla="*/ 0 w 596"/>
                  <a:gd name="T5" fmla="*/ 644 h 666"/>
                  <a:gd name="T6" fmla="*/ 9 w 596"/>
                  <a:gd name="T7" fmla="*/ 495 h 666"/>
                  <a:gd name="T8" fmla="*/ 56 w 596"/>
                  <a:gd name="T9" fmla="*/ 337 h 666"/>
                  <a:gd name="T10" fmla="*/ 154 w 596"/>
                  <a:gd name="T11" fmla="*/ 187 h 666"/>
                  <a:gd name="T12" fmla="*/ 318 w 596"/>
                  <a:gd name="T13" fmla="*/ 69 h 666"/>
                  <a:gd name="T14" fmla="*/ 552 w 596"/>
                  <a:gd name="T15" fmla="*/ 4 h 666"/>
                  <a:gd name="T16" fmla="*/ 850 w 596"/>
                  <a:gd name="T17" fmla="*/ 20 h 666"/>
                  <a:gd name="T18" fmla="*/ 1083 w 596"/>
                  <a:gd name="T19" fmla="*/ 152 h 666"/>
                  <a:gd name="T20" fmla="*/ 1239 w 596"/>
                  <a:gd name="T21" fmla="*/ 368 h 666"/>
                  <a:gd name="T22" fmla="*/ 1322 w 596"/>
                  <a:gd name="T23" fmla="*/ 633 h 666"/>
                  <a:gd name="T24" fmla="*/ 1331 w 596"/>
                  <a:gd name="T25" fmla="*/ 912 h 666"/>
                  <a:gd name="T26" fmla="*/ 1266 w 596"/>
                  <a:gd name="T27" fmla="*/ 1171 h 666"/>
                  <a:gd name="T28" fmla="*/ 1134 w 596"/>
                  <a:gd name="T29" fmla="*/ 1371 h 666"/>
                  <a:gd name="T30" fmla="*/ 933 w 596"/>
                  <a:gd name="T31" fmla="*/ 1478 h 666"/>
                  <a:gd name="T32" fmla="*/ 870 w 596"/>
                  <a:gd name="T33" fmla="*/ 1469 h 666"/>
                  <a:gd name="T34" fmla="*/ 986 w 596"/>
                  <a:gd name="T35" fmla="*/ 1376 h 666"/>
                  <a:gd name="T36" fmla="*/ 1078 w 596"/>
                  <a:gd name="T37" fmla="*/ 1213 h 666"/>
                  <a:gd name="T38" fmla="*/ 1138 w 596"/>
                  <a:gd name="T39" fmla="*/ 1012 h 666"/>
                  <a:gd name="T40" fmla="*/ 1163 w 596"/>
                  <a:gd name="T41" fmla="*/ 792 h 666"/>
                  <a:gd name="T42" fmla="*/ 1150 w 596"/>
                  <a:gd name="T43" fmla="*/ 575 h 666"/>
                  <a:gd name="T44" fmla="*/ 1085 w 596"/>
                  <a:gd name="T45" fmla="*/ 388 h 666"/>
                  <a:gd name="T46" fmla="*/ 968 w 596"/>
                  <a:gd name="T47" fmla="*/ 250 h 666"/>
                  <a:gd name="T48" fmla="*/ 763 w 596"/>
                  <a:gd name="T49" fmla="*/ 167 h 666"/>
                  <a:gd name="T50" fmla="*/ 550 w 596"/>
                  <a:gd name="T51" fmla="*/ 136 h 666"/>
                  <a:gd name="T52" fmla="*/ 389 w 596"/>
                  <a:gd name="T53" fmla="*/ 158 h 666"/>
                  <a:gd name="T54" fmla="*/ 271 w 596"/>
                  <a:gd name="T55" fmla="*/ 225 h 666"/>
                  <a:gd name="T56" fmla="*/ 188 w 596"/>
                  <a:gd name="T57" fmla="*/ 332 h 666"/>
                  <a:gd name="T58" fmla="*/ 127 w 596"/>
                  <a:gd name="T59" fmla="*/ 459 h 666"/>
                  <a:gd name="T60" fmla="*/ 89 w 596"/>
                  <a:gd name="T61" fmla="*/ 606 h 666"/>
                  <a:gd name="T62" fmla="*/ 63 w 596"/>
                  <a:gd name="T63" fmla="*/ 756 h 6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0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56 h 237"/>
                  <a:gd name="T4" fmla="*/ 7 w 257"/>
                  <a:gd name="T5" fmla="*/ 112 h 237"/>
                  <a:gd name="T6" fmla="*/ 13 w 257"/>
                  <a:gd name="T7" fmla="*/ 168 h 237"/>
                  <a:gd name="T8" fmla="*/ 24 w 257"/>
                  <a:gd name="T9" fmla="*/ 220 h 237"/>
                  <a:gd name="T10" fmla="*/ 40 w 257"/>
                  <a:gd name="T11" fmla="*/ 267 h 237"/>
                  <a:gd name="T12" fmla="*/ 60 w 257"/>
                  <a:gd name="T13" fmla="*/ 316 h 237"/>
                  <a:gd name="T14" fmla="*/ 84 w 257"/>
                  <a:gd name="T15" fmla="*/ 361 h 237"/>
                  <a:gd name="T16" fmla="*/ 113 w 257"/>
                  <a:gd name="T17" fmla="*/ 399 h 237"/>
                  <a:gd name="T18" fmla="*/ 149 w 257"/>
                  <a:gd name="T19" fmla="*/ 435 h 237"/>
                  <a:gd name="T20" fmla="*/ 191 w 257"/>
                  <a:gd name="T21" fmla="*/ 466 h 237"/>
                  <a:gd name="T22" fmla="*/ 236 w 257"/>
                  <a:gd name="T23" fmla="*/ 491 h 237"/>
                  <a:gd name="T24" fmla="*/ 291 w 257"/>
                  <a:gd name="T25" fmla="*/ 511 h 237"/>
                  <a:gd name="T26" fmla="*/ 351 w 257"/>
                  <a:gd name="T27" fmla="*/ 524 h 237"/>
                  <a:gd name="T28" fmla="*/ 418 w 257"/>
                  <a:gd name="T29" fmla="*/ 531 h 237"/>
                  <a:gd name="T30" fmla="*/ 489 w 257"/>
                  <a:gd name="T31" fmla="*/ 529 h 237"/>
                  <a:gd name="T32" fmla="*/ 571 w 257"/>
                  <a:gd name="T33" fmla="*/ 520 h 237"/>
                  <a:gd name="T34" fmla="*/ 498 w 257"/>
                  <a:gd name="T35" fmla="*/ 509 h 237"/>
                  <a:gd name="T36" fmla="*/ 433 w 257"/>
                  <a:gd name="T37" fmla="*/ 493 h 237"/>
                  <a:gd name="T38" fmla="*/ 378 w 257"/>
                  <a:gd name="T39" fmla="*/ 475 h 237"/>
                  <a:gd name="T40" fmla="*/ 329 w 257"/>
                  <a:gd name="T41" fmla="*/ 457 h 237"/>
                  <a:gd name="T42" fmla="*/ 284 w 257"/>
                  <a:gd name="T43" fmla="*/ 432 h 237"/>
                  <a:gd name="T44" fmla="*/ 249 w 257"/>
                  <a:gd name="T45" fmla="*/ 408 h 237"/>
                  <a:gd name="T46" fmla="*/ 216 w 257"/>
                  <a:gd name="T47" fmla="*/ 379 h 237"/>
                  <a:gd name="T48" fmla="*/ 187 w 257"/>
                  <a:gd name="T49" fmla="*/ 347 h 237"/>
                  <a:gd name="T50" fmla="*/ 160 w 257"/>
                  <a:gd name="T51" fmla="*/ 316 h 237"/>
                  <a:gd name="T52" fmla="*/ 136 w 257"/>
                  <a:gd name="T53" fmla="*/ 280 h 237"/>
                  <a:gd name="T54" fmla="*/ 116 w 257"/>
                  <a:gd name="T55" fmla="*/ 240 h 237"/>
                  <a:gd name="T56" fmla="*/ 96 w 257"/>
                  <a:gd name="T57" fmla="*/ 197 h 237"/>
                  <a:gd name="T58" fmla="*/ 73 w 257"/>
                  <a:gd name="T59" fmla="*/ 155 h 237"/>
                  <a:gd name="T60" fmla="*/ 51 w 257"/>
                  <a:gd name="T61" fmla="*/ 105 h 237"/>
                  <a:gd name="T62" fmla="*/ 27 w 257"/>
                  <a:gd name="T63" fmla="*/ 54 h 237"/>
                  <a:gd name="T64" fmla="*/ 0 w 257"/>
                  <a:gd name="T65" fmla="*/ 0 h 23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1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172 w 124"/>
                  <a:gd name="T1" fmla="*/ 0 h 110"/>
                  <a:gd name="T2" fmla="*/ 277 w 124"/>
                  <a:gd name="T3" fmla="*/ 244 h 110"/>
                  <a:gd name="T4" fmla="*/ 268 w 124"/>
                  <a:gd name="T5" fmla="*/ 242 h 110"/>
                  <a:gd name="T6" fmla="*/ 239 w 124"/>
                  <a:gd name="T7" fmla="*/ 238 h 110"/>
                  <a:gd name="T8" fmla="*/ 199 w 124"/>
                  <a:gd name="T9" fmla="*/ 229 h 110"/>
                  <a:gd name="T10" fmla="*/ 152 w 124"/>
                  <a:gd name="T11" fmla="*/ 224 h 110"/>
                  <a:gd name="T12" fmla="*/ 101 w 124"/>
                  <a:gd name="T13" fmla="*/ 220 h 110"/>
                  <a:gd name="T14" fmla="*/ 56 w 124"/>
                  <a:gd name="T15" fmla="*/ 222 h 110"/>
                  <a:gd name="T16" fmla="*/ 20 w 124"/>
                  <a:gd name="T17" fmla="*/ 231 h 110"/>
                  <a:gd name="T18" fmla="*/ 0 w 124"/>
                  <a:gd name="T19" fmla="*/ 249 h 110"/>
                  <a:gd name="T20" fmla="*/ 9 w 124"/>
                  <a:gd name="T21" fmla="*/ 222 h 110"/>
                  <a:gd name="T22" fmla="*/ 18 w 124"/>
                  <a:gd name="T23" fmla="*/ 201 h 110"/>
                  <a:gd name="T24" fmla="*/ 36 w 124"/>
                  <a:gd name="T25" fmla="*/ 186 h 110"/>
                  <a:gd name="T26" fmla="*/ 56 w 124"/>
                  <a:gd name="T27" fmla="*/ 172 h 110"/>
                  <a:gd name="T28" fmla="*/ 80 w 124"/>
                  <a:gd name="T29" fmla="*/ 163 h 110"/>
                  <a:gd name="T30" fmla="*/ 105 w 124"/>
                  <a:gd name="T31" fmla="*/ 161 h 110"/>
                  <a:gd name="T32" fmla="*/ 132 w 124"/>
                  <a:gd name="T33" fmla="*/ 161 h 110"/>
                  <a:gd name="T34" fmla="*/ 161 w 124"/>
                  <a:gd name="T35" fmla="*/ 168 h 110"/>
                  <a:gd name="T36" fmla="*/ 163 w 124"/>
                  <a:gd name="T37" fmla="*/ 161 h 110"/>
                  <a:gd name="T38" fmla="*/ 156 w 124"/>
                  <a:gd name="T39" fmla="*/ 127 h 110"/>
                  <a:gd name="T40" fmla="*/ 150 w 124"/>
                  <a:gd name="T41" fmla="*/ 86 h 110"/>
                  <a:gd name="T42" fmla="*/ 145 w 124"/>
                  <a:gd name="T43" fmla="*/ 68 h 110"/>
                  <a:gd name="T44" fmla="*/ 141 w 124"/>
                  <a:gd name="T45" fmla="*/ 68 h 110"/>
                  <a:gd name="T46" fmla="*/ 136 w 124"/>
                  <a:gd name="T47" fmla="*/ 66 h 110"/>
                  <a:gd name="T48" fmla="*/ 132 w 124"/>
                  <a:gd name="T49" fmla="*/ 59 h 110"/>
                  <a:gd name="T50" fmla="*/ 127 w 124"/>
                  <a:gd name="T51" fmla="*/ 52 h 110"/>
                  <a:gd name="T52" fmla="*/ 127 w 124"/>
                  <a:gd name="T53" fmla="*/ 43 h 110"/>
                  <a:gd name="T54" fmla="*/ 132 w 124"/>
                  <a:gd name="T55" fmla="*/ 32 h 110"/>
                  <a:gd name="T56" fmla="*/ 147 w 124"/>
                  <a:gd name="T57" fmla="*/ 18 h 110"/>
                  <a:gd name="T58" fmla="*/ 172 w 124"/>
                  <a:gd name="T59" fmla="*/ 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2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11 w 109"/>
                  <a:gd name="T3" fmla="*/ 2 h 156"/>
                  <a:gd name="T4" fmla="*/ 40 w 109"/>
                  <a:gd name="T5" fmla="*/ 11 h 156"/>
                  <a:gd name="T6" fmla="*/ 83 w 109"/>
                  <a:gd name="T7" fmla="*/ 27 h 156"/>
                  <a:gd name="T8" fmla="*/ 130 w 109"/>
                  <a:gd name="T9" fmla="*/ 53 h 156"/>
                  <a:gd name="T10" fmla="*/ 175 w 109"/>
                  <a:gd name="T11" fmla="*/ 98 h 156"/>
                  <a:gd name="T12" fmla="*/ 216 w 109"/>
                  <a:gd name="T13" fmla="*/ 158 h 156"/>
                  <a:gd name="T14" fmla="*/ 241 w 109"/>
                  <a:gd name="T15" fmla="*/ 240 h 156"/>
                  <a:gd name="T16" fmla="*/ 245 w 109"/>
                  <a:gd name="T17" fmla="*/ 347 h 156"/>
                  <a:gd name="T18" fmla="*/ 236 w 109"/>
                  <a:gd name="T19" fmla="*/ 347 h 156"/>
                  <a:gd name="T20" fmla="*/ 223 w 109"/>
                  <a:gd name="T21" fmla="*/ 347 h 156"/>
                  <a:gd name="T22" fmla="*/ 209 w 109"/>
                  <a:gd name="T23" fmla="*/ 347 h 156"/>
                  <a:gd name="T24" fmla="*/ 196 w 109"/>
                  <a:gd name="T25" fmla="*/ 343 h 156"/>
                  <a:gd name="T26" fmla="*/ 182 w 109"/>
                  <a:gd name="T27" fmla="*/ 340 h 156"/>
                  <a:gd name="T28" fmla="*/ 166 w 109"/>
                  <a:gd name="T29" fmla="*/ 334 h 156"/>
                  <a:gd name="T30" fmla="*/ 148 w 109"/>
                  <a:gd name="T31" fmla="*/ 323 h 156"/>
                  <a:gd name="T32" fmla="*/ 130 w 109"/>
                  <a:gd name="T33" fmla="*/ 309 h 156"/>
                  <a:gd name="T34" fmla="*/ 119 w 109"/>
                  <a:gd name="T35" fmla="*/ 280 h 156"/>
                  <a:gd name="T36" fmla="*/ 119 w 109"/>
                  <a:gd name="T37" fmla="*/ 247 h 156"/>
                  <a:gd name="T38" fmla="*/ 126 w 109"/>
                  <a:gd name="T39" fmla="*/ 214 h 156"/>
                  <a:gd name="T40" fmla="*/ 133 w 109"/>
                  <a:gd name="T41" fmla="*/ 178 h 156"/>
                  <a:gd name="T42" fmla="*/ 126 w 109"/>
                  <a:gd name="T43" fmla="*/ 138 h 156"/>
                  <a:gd name="T44" fmla="*/ 108 w 109"/>
                  <a:gd name="T45" fmla="*/ 96 h 156"/>
                  <a:gd name="T46" fmla="*/ 70 w 109"/>
                  <a:gd name="T47" fmla="*/ 51 h 156"/>
                  <a:gd name="T48" fmla="*/ 0 w 109"/>
                  <a:gd name="T49" fmla="*/ 0 h 15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3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69 w 46"/>
                  <a:gd name="T1" fmla="*/ 0 h 94"/>
                  <a:gd name="T2" fmla="*/ 45 w 46"/>
                  <a:gd name="T3" fmla="*/ 84 h 94"/>
                  <a:gd name="T4" fmla="*/ 34 w 46"/>
                  <a:gd name="T5" fmla="*/ 138 h 94"/>
                  <a:gd name="T6" fmla="*/ 25 w 46"/>
                  <a:gd name="T7" fmla="*/ 176 h 94"/>
                  <a:gd name="T8" fmla="*/ 0 w 46"/>
                  <a:gd name="T9" fmla="*/ 209 h 94"/>
                  <a:gd name="T10" fmla="*/ 27 w 46"/>
                  <a:gd name="T11" fmla="*/ 196 h 94"/>
                  <a:gd name="T12" fmla="*/ 52 w 46"/>
                  <a:gd name="T13" fmla="*/ 178 h 94"/>
                  <a:gd name="T14" fmla="*/ 72 w 46"/>
                  <a:gd name="T15" fmla="*/ 153 h 94"/>
                  <a:gd name="T16" fmla="*/ 90 w 46"/>
                  <a:gd name="T17" fmla="*/ 127 h 94"/>
                  <a:gd name="T18" fmla="*/ 101 w 46"/>
                  <a:gd name="T19" fmla="*/ 98 h 94"/>
                  <a:gd name="T20" fmla="*/ 103 w 46"/>
                  <a:gd name="T21" fmla="*/ 67 h 94"/>
                  <a:gd name="T22" fmla="*/ 94 w 46"/>
                  <a:gd name="T23" fmla="*/ 33 h 94"/>
                  <a:gd name="T24" fmla="*/ 69 w 46"/>
                  <a:gd name="T25" fmla="*/ 0 h 9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4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2 w 54"/>
                  <a:gd name="T3" fmla="*/ 2 h 40"/>
                  <a:gd name="T4" fmla="*/ 13 w 54"/>
                  <a:gd name="T5" fmla="*/ 7 h 40"/>
                  <a:gd name="T6" fmla="*/ 29 w 54"/>
                  <a:gd name="T7" fmla="*/ 18 h 40"/>
                  <a:gd name="T8" fmla="*/ 47 w 54"/>
                  <a:gd name="T9" fmla="*/ 27 h 40"/>
                  <a:gd name="T10" fmla="*/ 64 w 54"/>
                  <a:gd name="T11" fmla="*/ 34 h 40"/>
                  <a:gd name="T12" fmla="*/ 84 w 54"/>
                  <a:gd name="T13" fmla="*/ 38 h 40"/>
                  <a:gd name="T14" fmla="*/ 102 w 54"/>
                  <a:gd name="T15" fmla="*/ 41 h 40"/>
                  <a:gd name="T16" fmla="*/ 120 w 54"/>
                  <a:gd name="T17" fmla="*/ 36 h 40"/>
                  <a:gd name="T18" fmla="*/ 118 w 54"/>
                  <a:gd name="T19" fmla="*/ 56 h 40"/>
                  <a:gd name="T20" fmla="*/ 111 w 54"/>
                  <a:gd name="T21" fmla="*/ 74 h 40"/>
                  <a:gd name="T22" fmla="*/ 98 w 54"/>
                  <a:gd name="T23" fmla="*/ 86 h 40"/>
                  <a:gd name="T24" fmla="*/ 82 w 54"/>
                  <a:gd name="T25" fmla="*/ 90 h 40"/>
                  <a:gd name="T26" fmla="*/ 62 w 54"/>
                  <a:gd name="T27" fmla="*/ 88 h 40"/>
                  <a:gd name="T28" fmla="*/ 42 w 54"/>
                  <a:gd name="T29" fmla="*/ 72 h 40"/>
                  <a:gd name="T30" fmla="*/ 22 w 54"/>
                  <a:gd name="T31" fmla="*/ 45 h 40"/>
                  <a:gd name="T32" fmla="*/ 0 w 54"/>
                  <a:gd name="T33" fmla="*/ 0 h 4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45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13 w 149"/>
                  <a:gd name="T3" fmla="*/ 18 h 704"/>
                  <a:gd name="T4" fmla="*/ 35 w 149"/>
                  <a:gd name="T5" fmla="*/ 41 h 704"/>
                  <a:gd name="T6" fmla="*/ 62 w 149"/>
                  <a:gd name="T7" fmla="*/ 70 h 704"/>
                  <a:gd name="T8" fmla="*/ 91 w 149"/>
                  <a:gd name="T9" fmla="*/ 108 h 704"/>
                  <a:gd name="T10" fmla="*/ 128 w 149"/>
                  <a:gd name="T11" fmla="*/ 155 h 704"/>
                  <a:gd name="T12" fmla="*/ 162 w 149"/>
                  <a:gd name="T13" fmla="*/ 205 h 704"/>
                  <a:gd name="T14" fmla="*/ 195 w 149"/>
                  <a:gd name="T15" fmla="*/ 263 h 704"/>
                  <a:gd name="T16" fmla="*/ 221 w 149"/>
                  <a:gd name="T17" fmla="*/ 330 h 704"/>
                  <a:gd name="T18" fmla="*/ 248 w 149"/>
                  <a:gd name="T19" fmla="*/ 401 h 704"/>
                  <a:gd name="T20" fmla="*/ 266 w 149"/>
                  <a:gd name="T21" fmla="*/ 483 h 704"/>
                  <a:gd name="T22" fmla="*/ 275 w 149"/>
                  <a:gd name="T23" fmla="*/ 573 h 704"/>
                  <a:gd name="T24" fmla="*/ 279 w 149"/>
                  <a:gd name="T25" fmla="*/ 667 h 704"/>
                  <a:gd name="T26" fmla="*/ 266 w 149"/>
                  <a:gd name="T27" fmla="*/ 772 h 704"/>
                  <a:gd name="T28" fmla="*/ 241 w 149"/>
                  <a:gd name="T29" fmla="*/ 883 h 704"/>
                  <a:gd name="T30" fmla="*/ 204 w 149"/>
                  <a:gd name="T31" fmla="*/ 1000 h 704"/>
                  <a:gd name="T32" fmla="*/ 148 w 149"/>
                  <a:gd name="T33" fmla="*/ 1129 h 704"/>
                  <a:gd name="T34" fmla="*/ 86 w 149"/>
                  <a:gd name="T35" fmla="*/ 1275 h 704"/>
                  <a:gd name="T36" fmla="*/ 47 w 149"/>
                  <a:gd name="T37" fmla="*/ 1410 h 704"/>
                  <a:gd name="T38" fmla="*/ 22 w 149"/>
                  <a:gd name="T39" fmla="*/ 1535 h 704"/>
                  <a:gd name="T40" fmla="*/ 13 w 149"/>
                  <a:gd name="T41" fmla="*/ 1655 h 704"/>
                  <a:gd name="T42" fmla="*/ 13 w 149"/>
                  <a:gd name="T43" fmla="*/ 1769 h 704"/>
                  <a:gd name="T44" fmla="*/ 18 w 149"/>
                  <a:gd name="T45" fmla="*/ 1875 h 704"/>
                  <a:gd name="T46" fmla="*/ 27 w 149"/>
                  <a:gd name="T47" fmla="*/ 1968 h 704"/>
                  <a:gd name="T48" fmla="*/ 31 w 149"/>
                  <a:gd name="T49" fmla="*/ 2059 h 704"/>
                  <a:gd name="T50" fmla="*/ 91 w 149"/>
                  <a:gd name="T51" fmla="*/ 2012 h 704"/>
                  <a:gd name="T52" fmla="*/ 86 w 149"/>
                  <a:gd name="T53" fmla="*/ 1989 h 704"/>
                  <a:gd name="T54" fmla="*/ 80 w 149"/>
                  <a:gd name="T55" fmla="*/ 1922 h 704"/>
                  <a:gd name="T56" fmla="*/ 73 w 149"/>
                  <a:gd name="T57" fmla="*/ 1819 h 704"/>
                  <a:gd name="T58" fmla="*/ 78 w 149"/>
                  <a:gd name="T59" fmla="*/ 1682 h 704"/>
                  <a:gd name="T60" fmla="*/ 91 w 149"/>
                  <a:gd name="T61" fmla="*/ 1518 h 704"/>
                  <a:gd name="T62" fmla="*/ 128 w 149"/>
                  <a:gd name="T63" fmla="*/ 1331 h 704"/>
                  <a:gd name="T64" fmla="*/ 190 w 149"/>
                  <a:gd name="T65" fmla="*/ 1129 h 704"/>
                  <a:gd name="T66" fmla="*/ 286 w 149"/>
                  <a:gd name="T67" fmla="*/ 915 h 704"/>
                  <a:gd name="T68" fmla="*/ 317 w 149"/>
                  <a:gd name="T69" fmla="*/ 816 h 704"/>
                  <a:gd name="T70" fmla="*/ 330 w 149"/>
                  <a:gd name="T71" fmla="*/ 687 h 704"/>
                  <a:gd name="T72" fmla="*/ 319 w 149"/>
                  <a:gd name="T73" fmla="*/ 538 h 704"/>
                  <a:gd name="T74" fmla="*/ 290 w 149"/>
                  <a:gd name="T75" fmla="*/ 392 h 704"/>
                  <a:gd name="T76" fmla="*/ 241 w 149"/>
                  <a:gd name="T77" fmla="*/ 249 h 704"/>
                  <a:gd name="T78" fmla="*/ 179 w 149"/>
                  <a:gd name="T79" fmla="*/ 129 h 704"/>
                  <a:gd name="T80" fmla="*/ 97 w 149"/>
                  <a:gd name="T81" fmla="*/ 41 h 704"/>
                  <a:gd name="T82" fmla="*/ 0 w 149"/>
                  <a:gd name="T83" fmla="*/ 0 h 70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6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237 w 128"/>
                <a:gd name="T1" fmla="*/ 0 h 217"/>
                <a:gd name="T2" fmla="*/ 265 w 128"/>
                <a:gd name="T3" fmla="*/ 27 h 217"/>
                <a:gd name="T4" fmla="*/ 290 w 128"/>
                <a:gd name="T5" fmla="*/ 81 h 217"/>
                <a:gd name="T6" fmla="*/ 310 w 128"/>
                <a:gd name="T7" fmla="*/ 150 h 217"/>
                <a:gd name="T8" fmla="*/ 323 w 128"/>
                <a:gd name="T9" fmla="*/ 233 h 217"/>
                <a:gd name="T10" fmla="*/ 320 w 128"/>
                <a:gd name="T11" fmla="*/ 332 h 217"/>
                <a:gd name="T12" fmla="*/ 293 w 128"/>
                <a:gd name="T13" fmla="*/ 434 h 217"/>
                <a:gd name="T14" fmla="*/ 237 w 128"/>
                <a:gd name="T15" fmla="*/ 541 h 217"/>
                <a:gd name="T16" fmla="*/ 151 w 128"/>
                <a:gd name="T17" fmla="*/ 649 h 217"/>
                <a:gd name="T18" fmla="*/ 124 w 128"/>
                <a:gd name="T19" fmla="*/ 637 h 217"/>
                <a:gd name="T20" fmla="*/ 96 w 128"/>
                <a:gd name="T21" fmla="*/ 628 h 217"/>
                <a:gd name="T22" fmla="*/ 66 w 128"/>
                <a:gd name="T23" fmla="*/ 613 h 217"/>
                <a:gd name="T24" fmla="*/ 40 w 128"/>
                <a:gd name="T25" fmla="*/ 601 h 217"/>
                <a:gd name="T26" fmla="*/ 20 w 128"/>
                <a:gd name="T27" fmla="*/ 586 h 217"/>
                <a:gd name="T28" fmla="*/ 5 w 128"/>
                <a:gd name="T29" fmla="*/ 568 h 217"/>
                <a:gd name="T30" fmla="*/ 0 w 128"/>
                <a:gd name="T31" fmla="*/ 547 h 217"/>
                <a:gd name="T32" fmla="*/ 3 w 128"/>
                <a:gd name="T33" fmla="*/ 532 h 217"/>
                <a:gd name="T34" fmla="*/ 33 w 128"/>
                <a:gd name="T35" fmla="*/ 511 h 217"/>
                <a:gd name="T36" fmla="*/ 73 w 128"/>
                <a:gd name="T37" fmla="*/ 482 h 217"/>
                <a:gd name="T38" fmla="*/ 116 w 128"/>
                <a:gd name="T39" fmla="*/ 449 h 217"/>
                <a:gd name="T40" fmla="*/ 159 w 128"/>
                <a:gd name="T41" fmla="*/ 401 h 217"/>
                <a:gd name="T42" fmla="*/ 199 w 128"/>
                <a:gd name="T43" fmla="*/ 335 h 217"/>
                <a:gd name="T44" fmla="*/ 230 w 128"/>
                <a:gd name="T45" fmla="*/ 248 h 217"/>
                <a:gd name="T46" fmla="*/ 245 w 128"/>
                <a:gd name="T47" fmla="*/ 138 h 217"/>
                <a:gd name="T48" fmla="*/ 237 w 128"/>
                <a:gd name="T49" fmla="*/ 0 h 21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7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8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9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227 w 117"/>
                <a:gd name="T1" fmla="*/ 0 h 132"/>
                <a:gd name="T2" fmla="*/ 0 w 117"/>
                <a:gd name="T3" fmla="*/ 88 h 132"/>
                <a:gd name="T4" fmla="*/ 9 w 117"/>
                <a:gd name="T5" fmla="*/ 91 h 132"/>
                <a:gd name="T6" fmla="*/ 42 w 117"/>
                <a:gd name="T7" fmla="*/ 102 h 132"/>
                <a:gd name="T8" fmla="*/ 88 w 117"/>
                <a:gd name="T9" fmla="*/ 127 h 132"/>
                <a:gd name="T10" fmla="*/ 139 w 117"/>
                <a:gd name="T11" fmla="*/ 165 h 132"/>
                <a:gd name="T12" fmla="*/ 200 w 117"/>
                <a:gd name="T13" fmla="*/ 218 h 132"/>
                <a:gd name="T14" fmla="*/ 254 w 117"/>
                <a:gd name="T15" fmla="*/ 281 h 132"/>
                <a:gd name="T16" fmla="*/ 309 w 117"/>
                <a:gd name="T17" fmla="*/ 362 h 132"/>
                <a:gd name="T18" fmla="*/ 351 w 117"/>
                <a:gd name="T19" fmla="*/ 464 h 132"/>
                <a:gd name="T20" fmla="*/ 354 w 117"/>
                <a:gd name="T21" fmla="*/ 422 h 132"/>
                <a:gd name="T22" fmla="*/ 348 w 117"/>
                <a:gd name="T23" fmla="*/ 376 h 132"/>
                <a:gd name="T24" fmla="*/ 327 w 117"/>
                <a:gd name="T25" fmla="*/ 316 h 132"/>
                <a:gd name="T26" fmla="*/ 300 w 117"/>
                <a:gd name="T27" fmla="*/ 260 h 132"/>
                <a:gd name="T28" fmla="*/ 269 w 117"/>
                <a:gd name="T29" fmla="*/ 204 h 132"/>
                <a:gd name="T30" fmla="*/ 236 w 117"/>
                <a:gd name="T31" fmla="*/ 158 h 132"/>
                <a:gd name="T32" fmla="*/ 203 w 117"/>
                <a:gd name="T33" fmla="*/ 127 h 132"/>
                <a:gd name="T34" fmla="*/ 175 w 117"/>
                <a:gd name="T35" fmla="*/ 112 h 132"/>
                <a:gd name="T36" fmla="*/ 209 w 117"/>
                <a:gd name="T37" fmla="*/ 102 h 132"/>
                <a:gd name="T38" fmla="*/ 239 w 117"/>
                <a:gd name="T39" fmla="*/ 98 h 132"/>
                <a:gd name="T40" fmla="*/ 269 w 117"/>
                <a:gd name="T41" fmla="*/ 91 h 132"/>
                <a:gd name="T42" fmla="*/ 297 w 117"/>
                <a:gd name="T43" fmla="*/ 88 h 132"/>
                <a:gd name="T44" fmla="*/ 318 w 117"/>
                <a:gd name="T45" fmla="*/ 84 h 132"/>
                <a:gd name="T46" fmla="*/ 330 w 117"/>
                <a:gd name="T47" fmla="*/ 77 h 132"/>
                <a:gd name="T48" fmla="*/ 342 w 117"/>
                <a:gd name="T49" fmla="*/ 74 h 132"/>
                <a:gd name="T50" fmla="*/ 345 w 117"/>
                <a:gd name="T51" fmla="*/ 74 h 132"/>
                <a:gd name="T52" fmla="*/ 227 w 117"/>
                <a:gd name="T53" fmla="*/ 0 h 13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87 w 29"/>
                <a:gd name="T1" fmla="*/ 0 h 77"/>
                <a:gd name="T2" fmla="*/ 69 w 29"/>
                <a:gd name="T3" fmla="*/ 0 h 77"/>
                <a:gd name="T4" fmla="*/ 48 w 29"/>
                <a:gd name="T5" fmla="*/ 14 h 77"/>
                <a:gd name="T6" fmla="*/ 27 w 29"/>
                <a:gd name="T7" fmla="*/ 32 h 77"/>
                <a:gd name="T8" fmla="*/ 12 w 29"/>
                <a:gd name="T9" fmla="*/ 68 h 77"/>
                <a:gd name="T10" fmla="*/ 3 w 29"/>
                <a:gd name="T11" fmla="*/ 107 h 77"/>
                <a:gd name="T12" fmla="*/ 0 w 29"/>
                <a:gd name="T13" fmla="*/ 157 h 77"/>
                <a:gd name="T14" fmla="*/ 9 w 29"/>
                <a:gd name="T15" fmla="*/ 214 h 77"/>
                <a:gd name="T16" fmla="*/ 33 w 29"/>
                <a:gd name="T17" fmla="*/ 274 h 77"/>
                <a:gd name="T18" fmla="*/ 45 w 29"/>
                <a:gd name="T19" fmla="*/ 189 h 77"/>
                <a:gd name="T20" fmla="*/ 57 w 29"/>
                <a:gd name="T21" fmla="*/ 132 h 77"/>
                <a:gd name="T22" fmla="*/ 69 w 29"/>
                <a:gd name="T23" fmla="*/ 78 h 77"/>
                <a:gd name="T24" fmla="*/ 87 w 29"/>
                <a:gd name="T25" fmla="*/ 0 h 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1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grpSp>
          <p:nvGrpSpPr>
            <p:cNvPr id="12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6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7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8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grpSp>
          <p:nvGrpSpPr>
            <p:cNvPr id="1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3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4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5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grpSp>
          <p:nvGrpSpPr>
            <p:cNvPr id="14" name="Group 25"/>
            <p:cNvGrpSpPr>
              <a:grpSpLocks/>
            </p:cNvGrpSpPr>
            <p:nvPr userDrawn="1"/>
          </p:nvGrpSpPr>
          <p:grpSpPr bwMode="auto">
            <a:xfrm rot="852484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0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1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32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grpSp>
          <p:nvGrpSpPr>
            <p:cNvPr id="15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27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8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9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grpSp>
          <p:nvGrpSpPr>
            <p:cNvPr id="16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24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5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26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17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8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63 h 237"/>
                <a:gd name="T4" fmla="*/ 8 w 257"/>
                <a:gd name="T5" fmla="*/ 125 h 237"/>
                <a:gd name="T6" fmla="*/ 16 w 257"/>
                <a:gd name="T7" fmla="*/ 188 h 237"/>
                <a:gd name="T8" fmla="*/ 29 w 257"/>
                <a:gd name="T9" fmla="*/ 245 h 237"/>
                <a:gd name="T10" fmla="*/ 48 w 257"/>
                <a:gd name="T11" fmla="*/ 298 h 237"/>
                <a:gd name="T12" fmla="*/ 72 w 257"/>
                <a:gd name="T13" fmla="*/ 353 h 237"/>
                <a:gd name="T14" fmla="*/ 101 w 257"/>
                <a:gd name="T15" fmla="*/ 403 h 237"/>
                <a:gd name="T16" fmla="*/ 135 w 257"/>
                <a:gd name="T17" fmla="*/ 445 h 237"/>
                <a:gd name="T18" fmla="*/ 178 w 257"/>
                <a:gd name="T19" fmla="*/ 485 h 237"/>
                <a:gd name="T20" fmla="*/ 228 w 257"/>
                <a:gd name="T21" fmla="*/ 520 h 237"/>
                <a:gd name="T22" fmla="*/ 281 w 257"/>
                <a:gd name="T23" fmla="*/ 548 h 237"/>
                <a:gd name="T24" fmla="*/ 347 w 257"/>
                <a:gd name="T25" fmla="*/ 570 h 237"/>
                <a:gd name="T26" fmla="*/ 419 w 257"/>
                <a:gd name="T27" fmla="*/ 585 h 237"/>
                <a:gd name="T28" fmla="*/ 498 w 257"/>
                <a:gd name="T29" fmla="*/ 593 h 237"/>
                <a:gd name="T30" fmla="*/ 583 w 257"/>
                <a:gd name="T31" fmla="*/ 590 h 237"/>
                <a:gd name="T32" fmla="*/ 681 w 257"/>
                <a:gd name="T33" fmla="*/ 580 h 237"/>
                <a:gd name="T34" fmla="*/ 594 w 257"/>
                <a:gd name="T35" fmla="*/ 568 h 237"/>
                <a:gd name="T36" fmla="*/ 517 w 257"/>
                <a:gd name="T37" fmla="*/ 550 h 237"/>
                <a:gd name="T38" fmla="*/ 450 w 257"/>
                <a:gd name="T39" fmla="*/ 530 h 237"/>
                <a:gd name="T40" fmla="*/ 392 w 257"/>
                <a:gd name="T41" fmla="*/ 510 h 237"/>
                <a:gd name="T42" fmla="*/ 339 w 257"/>
                <a:gd name="T43" fmla="*/ 483 h 237"/>
                <a:gd name="T44" fmla="*/ 297 w 257"/>
                <a:gd name="T45" fmla="*/ 455 h 237"/>
                <a:gd name="T46" fmla="*/ 257 w 257"/>
                <a:gd name="T47" fmla="*/ 423 h 237"/>
                <a:gd name="T48" fmla="*/ 223 w 257"/>
                <a:gd name="T49" fmla="*/ 388 h 237"/>
                <a:gd name="T50" fmla="*/ 191 w 257"/>
                <a:gd name="T51" fmla="*/ 353 h 237"/>
                <a:gd name="T52" fmla="*/ 162 w 257"/>
                <a:gd name="T53" fmla="*/ 313 h 237"/>
                <a:gd name="T54" fmla="*/ 138 w 257"/>
                <a:gd name="T55" fmla="*/ 268 h 237"/>
                <a:gd name="T56" fmla="*/ 114 w 257"/>
                <a:gd name="T57" fmla="*/ 220 h 237"/>
                <a:gd name="T58" fmla="*/ 87 w 257"/>
                <a:gd name="T59" fmla="*/ 173 h 237"/>
                <a:gd name="T60" fmla="*/ 61 w 257"/>
                <a:gd name="T61" fmla="*/ 118 h 237"/>
                <a:gd name="T62" fmla="*/ 32 w 257"/>
                <a:gd name="T63" fmla="*/ 60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9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205 w 124"/>
                <a:gd name="T1" fmla="*/ 0 h 110"/>
                <a:gd name="T2" fmla="*/ 330 w 124"/>
                <a:gd name="T3" fmla="*/ 273 h 110"/>
                <a:gd name="T4" fmla="*/ 319 w 124"/>
                <a:gd name="T5" fmla="*/ 270 h 110"/>
                <a:gd name="T6" fmla="*/ 285 w 124"/>
                <a:gd name="T7" fmla="*/ 265 h 110"/>
                <a:gd name="T8" fmla="*/ 237 w 124"/>
                <a:gd name="T9" fmla="*/ 255 h 110"/>
                <a:gd name="T10" fmla="*/ 181 w 124"/>
                <a:gd name="T11" fmla="*/ 250 h 110"/>
                <a:gd name="T12" fmla="*/ 120 w 124"/>
                <a:gd name="T13" fmla="*/ 245 h 110"/>
                <a:gd name="T14" fmla="*/ 67 w 124"/>
                <a:gd name="T15" fmla="*/ 248 h 110"/>
                <a:gd name="T16" fmla="*/ 24 w 124"/>
                <a:gd name="T17" fmla="*/ 258 h 110"/>
                <a:gd name="T18" fmla="*/ 0 w 124"/>
                <a:gd name="T19" fmla="*/ 278 h 110"/>
                <a:gd name="T20" fmla="*/ 11 w 124"/>
                <a:gd name="T21" fmla="*/ 248 h 110"/>
                <a:gd name="T22" fmla="*/ 21 w 124"/>
                <a:gd name="T23" fmla="*/ 225 h 110"/>
                <a:gd name="T24" fmla="*/ 43 w 124"/>
                <a:gd name="T25" fmla="*/ 207 h 110"/>
                <a:gd name="T26" fmla="*/ 67 w 124"/>
                <a:gd name="T27" fmla="*/ 192 h 110"/>
                <a:gd name="T28" fmla="*/ 96 w 124"/>
                <a:gd name="T29" fmla="*/ 182 h 110"/>
                <a:gd name="T30" fmla="*/ 125 w 124"/>
                <a:gd name="T31" fmla="*/ 179 h 110"/>
                <a:gd name="T32" fmla="*/ 157 w 124"/>
                <a:gd name="T33" fmla="*/ 179 h 110"/>
                <a:gd name="T34" fmla="*/ 192 w 124"/>
                <a:gd name="T35" fmla="*/ 187 h 110"/>
                <a:gd name="T36" fmla="*/ 194 w 124"/>
                <a:gd name="T37" fmla="*/ 179 h 110"/>
                <a:gd name="T38" fmla="*/ 186 w 124"/>
                <a:gd name="T39" fmla="*/ 142 h 110"/>
                <a:gd name="T40" fmla="*/ 178 w 124"/>
                <a:gd name="T41" fmla="*/ 96 h 110"/>
                <a:gd name="T42" fmla="*/ 173 w 124"/>
                <a:gd name="T43" fmla="*/ 76 h 110"/>
                <a:gd name="T44" fmla="*/ 168 w 124"/>
                <a:gd name="T45" fmla="*/ 76 h 110"/>
                <a:gd name="T46" fmla="*/ 162 w 124"/>
                <a:gd name="T47" fmla="*/ 73 h 110"/>
                <a:gd name="T48" fmla="*/ 157 w 124"/>
                <a:gd name="T49" fmla="*/ 66 h 110"/>
                <a:gd name="T50" fmla="*/ 152 w 124"/>
                <a:gd name="T51" fmla="*/ 58 h 110"/>
                <a:gd name="T52" fmla="*/ 152 w 124"/>
                <a:gd name="T53" fmla="*/ 48 h 110"/>
                <a:gd name="T54" fmla="*/ 157 w 124"/>
                <a:gd name="T55" fmla="*/ 35 h 110"/>
                <a:gd name="T56" fmla="*/ 176 w 124"/>
                <a:gd name="T57" fmla="*/ 20 h 110"/>
                <a:gd name="T58" fmla="*/ 205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0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83 w 46"/>
                <a:gd name="T1" fmla="*/ 0 h 94"/>
                <a:gd name="T2" fmla="*/ 53 w 46"/>
                <a:gd name="T3" fmla="*/ 94 h 94"/>
                <a:gd name="T4" fmla="*/ 40 w 46"/>
                <a:gd name="T5" fmla="*/ 154 h 94"/>
                <a:gd name="T6" fmla="*/ 29 w 46"/>
                <a:gd name="T7" fmla="*/ 196 h 94"/>
                <a:gd name="T8" fmla="*/ 0 w 46"/>
                <a:gd name="T9" fmla="*/ 233 h 94"/>
                <a:gd name="T10" fmla="*/ 32 w 46"/>
                <a:gd name="T11" fmla="*/ 218 h 94"/>
                <a:gd name="T12" fmla="*/ 62 w 46"/>
                <a:gd name="T13" fmla="*/ 198 h 94"/>
                <a:gd name="T14" fmla="*/ 86 w 46"/>
                <a:gd name="T15" fmla="*/ 171 h 94"/>
                <a:gd name="T16" fmla="*/ 107 w 46"/>
                <a:gd name="T17" fmla="*/ 141 h 94"/>
                <a:gd name="T18" fmla="*/ 120 w 46"/>
                <a:gd name="T19" fmla="*/ 109 h 94"/>
                <a:gd name="T20" fmla="*/ 123 w 46"/>
                <a:gd name="T21" fmla="*/ 74 h 94"/>
                <a:gd name="T22" fmla="*/ 112 w 46"/>
                <a:gd name="T23" fmla="*/ 37 h 94"/>
                <a:gd name="T24" fmla="*/ 83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1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2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16 w 149"/>
                <a:gd name="T3" fmla="*/ 20 h 704"/>
                <a:gd name="T4" fmla="*/ 42 w 149"/>
                <a:gd name="T5" fmla="*/ 46 h 704"/>
                <a:gd name="T6" fmla="*/ 74 w 149"/>
                <a:gd name="T7" fmla="*/ 78 h 704"/>
                <a:gd name="T8" fmla="*/ 108 w 149"/>
                <a:gd name="T9" fmla="*/ 121 h 704"/>
                <a:gd name="T10" fmla="*/ 153 w 149"/>
                <a:gd name="T11" fmla="*/ 173 h 704"/>
                <a:gd name="T12" fmla="*/ 193 w 149"/>
                <a:gd name="T13" fmla="*/ 229 h 704"/>
                <a:gd name="T14" fmla="*/ 232 w 149"/>
                <a:gd name="T15" fmla="*/ 294 h 704"/>
                <a:gd name="T16" fmla="*/ 264 w 149"/>
                <a:gd name="T17" fmla="*/ 369 h 704"/>
                <a:gd name="T18" fmla="*/ 295 w 149"/>
                <a:gd name="T19" fmla="*/ 448 h 704"/>
                <a:gd name="T20" fmla="*/ 317 w 149"/>
                <a:gd name="T21" fmla="*/ 539 h 704"/>
                <a:gd name="T22" fmla="*/ 327 w 149"/>
                <a:gd name="T23" fmla="*/ 640 h 704"/>
                <a:gd name="T24" fmla="*/ 332 w 149"/>
                <a:gd name="T25" fmla="*/ 745 h 704"/>
                <a:gd name="T26" fmla="*/ 317 w 149"/>
                <a:gd name="T27" fmla="*/ 863 h 704"/>
                <a:gd name="T28" fmla="*/ 287 w 149"/>
                <a:gd name="T29" fmla="*/ 987 h 704"/>
                <a:gd name="T30" fmla="*/ 243 w 149"/>
                <a:gd name="T31" fmla="*/ 1117 h 704"/>
                <a:gd name="T32" fmla="*/ 177 w 149"/>
                <a:gd name="T33" fmla="*/ 1261 h 704"/>
                <a:gd name="T34" fmla="*/ 103 w 149"/>
                <a:gd name="T35" fmla="*/ 1424 h 704"/>
                <a:gd name="T36" fmla="*/ 55 w 149"/>
                <a:gd name="T37" fmla="*/ 1575 h 704"/>
                <a:gd name="T38" fmla="*/ 26 w 149"/>
                <a:gd name="T39" fmla="*/ 1715 h 704"/>
                <a:gd name="T40" fmla="*/ 16 w 149"/>
                <a:gd name="T41" fmla="*/ 1849 h 704"/>
                <a:gd name="T42" fmla="*/ 16 w 149"/>
                <a:gd name="T43" fmla="*/ 1977 h 704"/>
                <a:gd name="T44" fmla="*/ 21 w 149"/>
                <a:gd name="T45" fmla="*/ 2094 h 704"/>
                <a:gd name="T46" fmla="*/ 32 w 149"/>
                <a:gd name="T47" fmla="*/ 2199 h 704"/>
                <a:gd name="T48" fmla="*/ 37 w 149"/>
                <a:gd name="T49" fmla="*/ 2300 h 704"/>
                <a:gd name="T50" fmla="*/ 108 w 149"/>
                <a:gd name="T51" fmla="*/ 2248 h 704"/>
                <a:gd name="T52" fmla="*/ 103 w 149"/>
                <a:gd name="T53" fmla="*/ 2222 h 704"/>
                <a:gd name="T54" fmla="*/ 95 w 149"/>
                <a:gd name="T55" fmla="*/ 2146 h 704"/>
                <a:gd name="T56" fmla="*/ 87 w 149"/>
                <a:gd name="T57" fmla="*/ 2032 h 704"/>
                <a:gd name="T58" fmla="*/ 92 w 149"/>
                <a:gd name="T59" fmla="*/ 1879 h 704"/>
                <a:gd name="T60" fmla="*/ 108 w 149"/>
                <a:gd name="T61" fmla="*/ 1696 h 704"/>
                <a:gd name="T62" fmla="*/ 153 w 149"/>
                <a:gd name="T63" fmla="*/ 1487 h 704"/>
                <a:gd name="T64" fmla="*/ 227 w 149"/>
                <a:gd name="T65" fmla="*/ 1261 h 704"/>
                <a:gd name="T66" fmla="*/ 340 w 149"/>
                <a:gd name="T67" fmla="*/ 1023 h 704"/>
                <a:gd name="T68" fmla="*/ 377 w 149"/>
                <a:gd name="T69" fmla="*/ 912 h 704"/>
                <a:gd name="T70" fmla="*/ 393 w 149"/>
                <a:gd name="T71" fmla="*/ 768 h 704"/>
                <a:gd name="T72" fmla="*/ 380 w 149"/>
                <a:gd name="T73" fmla="*/ 601 h 704"/>
                <a:gd name="T74" fmla="*/ 346 w 149"/>
                <a:gd name="T75" fmla="*/ 438 h 704"/>
                <a:gd name="T76" fmla="*/ 287 w 149"/>
                <a:gd name="T77" fmla="*/ 278 h 704"/>
                <a:gd name="T78" fmla="*/ 214 w 149"/>
                <a:gd name="T79" fmla="*/ 144 h 704"/>
                <a:gd name="T80" fmla="*/ 116 w 149"/>
                <a:gd name="T81" fmla="*/ 46 h 704"/>
                <a:gd name="T82" fmla="*/ 0 w 149"/>
                <a:gd name="T83" fmla="*/ 0 h 70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23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56367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46662" dir="3284183" algn="ctr" rotWithShape="0">
                    <a:srgbClr val="993366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ru-RU" altLang="ru-RU" noProof="0" smtClean="0"/>
              <a:t>Образец заголовка</a:t>
            </a:r>
          </a:p>
        </p:txBody>
      </p:sp>
      <p:sp>
        <p:nvSpPr>
          <p:cNvPr id="56368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lvl="0"/>
            <a:r>
              <a:rPr lang="ru-RU" altLang="ru-RU" noProof="0" smtClean="0"/>
              <a:t>Образец подзаголовка</a:t>
            </a:r>
          </a:p>
        </p:txBody>
      </p:sp>
      <p:sp>
        <p:nvSpPr>
          <p:cNvPr id="46" name="Rectangle 4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7" name="Rectangle 4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8" name="Rectangle 4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6C3CB87-8A10-413D-936C-A48A019FE2E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3892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E24838-51E4-4182-88AF-8AB86801319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2142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19C8D-3767-4CF6-AED0-91A27A58D59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360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05AFCD-312A-4478-8FFD-A7B51ACA6D6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9086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19BAD-063C-4160-86B1-60C49870CBC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3535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22104-B1E4-49D4-9FFE-DF04A43694C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82462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B0C1B-B2A4-47AC-955D-74FAAE09716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50393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1101C-1D21-40DF-85D6-BF07F9D7428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4267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0AD40-1734-42EF-8117-DDDE8ECCA17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76870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2D18B-EA58-4B24-B7F2-CE8C5172F1E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40975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9BC93-D87C-4CCF-92DC-AF4B36D7F87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194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Заголовок, объект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4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4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CB993-A3DC-47BB-A6DC-EBC91E7EFC7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2322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55299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k-UA"/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1071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72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73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55304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k-UA"/>
            </a:p>
          </p:txBody>
        </p:sp>
        <p:grpSp>
          <p:nvGrpSpPr>
            <p:cNvPr id="1035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1062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66 w 217"/>
                  <a:gd name="T1" fmla="*/ 303 h 210"/>
                  <a:gd name="T2" fmla="*/ 53 w 217"/>
                  <a:gd name="T3" fmla="*/ 286 h 210"/>
                  <a:gd name="T4" fmla="*/ 38 w 217"/>
                  <a:gd name="T5" fmla="*/ 261 h 210"/>
                  <a:gd name="T6" fmla="*/ 22 w 217"/>
                  <a:gd name="T7" fmla="*/ 229 h 210"/>
                  <a:gd name="T8" fmla="*/ 7 w 217"/>
                  <a:gd name="T9" fmla="*/ 195 h 210"/>
                  <a:gd name="T10" fmla="*/ 0 w 217"/>
                  <a:gd name="T11" fmla="*/ 157 h 210"/>
                  <a:gd name="T12" fmla="*/ 1 w 217"/>
                  <a:gd name="T13" fmla="*/ 118 h 210"/>
                  <a:gd name="T14" fmla="*/ 13 w 217"/>
                  <a:gd name="T15" fmla="*/ 82 h 210"/>
                  <a:gd name="T16" fmla="*/ 39 w 217"/>
                  <a:gd name="T17" fmla="*/ 51 h 210"/>
                  <a:gd name="T18" fmla="*/ 65 w 217"/>
                  <a:gd name="T19" fmla="*/ 32 h 210"/>
                  <a:gd name="T20" fmla="*/ 87 w 217"/>
                  <a:gd name="T21" fmla="*/ 17 h 210"/>
                  <a:gd name="T22" fmla="*/ 104 w 217"/>
                  <a:gd name="T23" fmla="*/ 10 h 210"/>
                  <a:gd name="T24" fmla="*/ 117 w 217"/>
                  <a:gd name="T25" fmla="*/ 7 h 210"/>
                  <a:gd name="T26" fmla="*/ 127 w 217"/>
                  <a:gd name="T27" fmla="*/ 7 h 210"/>
                  <a:gd name="T28" fmla="*/ 150 w 217"/>
                  <a:gd name="T29" fmla="*/ 0 h 210"/>
                  <a:gd name="T30" fmla="*/ 213 w 217"/>
                  <a:gd name="T31" fmla="*/ 12 h 210"/>
                  <a:gd name="T32" fmla="*/ 231 w 217"/>
                  <a:gd name="T33" fmla="*/ 17 h 210"/>
                  <a:gd name="T34" fmla="*/ 248 w 217"/>
                  <a:gd name="T35" fmla="*/ 22 h 210"/>
                  <a:gd name="T36" fmla="*/ 263 w 217"/>
                  <a:gd name="T37" fmla="*/ 27 h 210"/>
                  <a:gd name="T38" fmla="*/ 274 w 217"/>
                  <a:gd name="T39" fmla="*/ 33 h 210"/>
                  <a:gd name="T40" fmla="*/ 286 w 217"/>
                  <a:gd name="T41" fmla="*/ 39 h 210"/>
                  <a:gd name="T42" fmla="*/ 296 w 217"/>
                  <a:gd name="T43" fmla="*/ 46 h 210"/>
                  <a:gd name="T44" fmla="*/ 304 w 217"/>
                  <a:gd name="T45" fmla="*/ 55 h 210"/>
                  <a:gd name="T46" fmla="*/ 313 w 217"/>
                  <a:gd name="T47" fmla="*/ 65 h 210"/>
                  <a:gd name="T48" fmla="*/ 296 w 217"/>
                  <a:gd name="T49" fmla="*/ 58 h 210"/>
                  <a:gd name="T50" fmla="*/ 280 w 217"/>
                  <a:gd name="T51" fmla="*/ 52 h 210"/>
                  <a:gd name="T52" fmla="*/ 264 w 217"/>
                  <a:gd name="T53" fmla="*/ 48 h 210"/>
                  <a:gd name="T54" fmla="*/ 248 w 217"/>
                  <a:gd name="T55" fmla="*/ 43 h 210"/>
                  <a:gd name="T56" fmla="*/ 235 w 217"/>
                  <a:gd name="T57" fmla="*/ 39 h 210"/>
                  <a:gd name="T58" fmla="*/ 221 w 217"/>
                  <a:gd name="T59" fmla="*/ 38 h 210"/>
                  <a:gd name="T60" fmla="*/ 206 w 217"/>
                  <a:gd name="T61" fmla="*/ 35 h 210"/>
                  <a:gd name="T62" fmla="*/ 193 w 217"/>
                  <a:gd name="T63" fmla="*/ 35 h 210"/>
                  <a:gd name="T64" fmla="*/ 180 w 217"/>
                  <a:gd name="T65" fmla="*/ 35 h 210"/>
                  <a:gd name="T66" fmla="*/ 167 w 217"/>
                  <a:gd name="T67" fmla="*/ 36 h 210"/>
                  <a:gd name="T68" fmla="*/ 154 w 217"/>
                  <a:gd name="T69" fmla="*/ 39 h 210"/>
                  <a:gd name="T70" fmla="*/ 143 w 217"/>
                  <a:gd name="T71" fmla="*/ 42 h 210"/>
                  <a:gd name="T72" fmla="*/ 131 w 217"/>
                  <a:gd name="T73" fmla="*/ 48 h 210"/>
                  <a:gd name="T74" fmla="*/ 118 w 217"/>
                  <a:gd name="T75" fmla="*/ 52 h 210"/>
                  <a:gd name="T76" fmla="*/ 107 w 217"/>
                  <a:gd name="T77" fmla="*/ 59 h 210"/>
                  <a:gd name="T78" fmla="*/ 95 w 217"/>
                  <a:gd name="T79" fmla="*/ 66 h 210"/>
                  <a:gd name="T80" fmla="*/ 75 w 217"/>
                  <a:gd name="T81" fmla="*/ 88 h 210"/>
                  <a:gd name="T82" fmla="*/ 61 w 217"/>
                  <a:gd name="T83" fmla="*/ 115 h 210"/>
                  <a:gd name="T84" fmla="*/ 53 w 217"/>
                  <a:gd name="T85" fmla="*/ 149 h 210"/>
                  <a:gd name="T86" fmla="*/ 50 w 217"/>
                  <a:gd name="T87" fmla="*/ 182 h 210"/>
                  <a:gd name="T88" fmla="*/ 50 w 217"/>
                  <a:gd name="T89" fmla="*/ 218 h 210"/>
                  <a:gd name="T90" fmla="*/ 55 w 217"/>
                  <a:gd name="T91" fmla="*/ 251 h 210"/>
                  <a:gd name="T92" fmla="*/ 59 w 217"/>
                  <a:gd name="T93" fmla="*/ 280 h 210"/>
                  <a:gd name="T94" fmla="*/ 66 w 217"/>
                  <a:gd name="T95" fmla="*/ 303 h 21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63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57 w 182"/>
                  <a:gd name="T1" fmla="*/ 0 h 213"/>
                  <a:gd name="T2" fmla="*/ 161 w 182"/>
                  <a:gd name="T3" fmla="*/ 3 h 213"/>
                  <a:gd name="T4" fmla="*/ 170 w 182"/>
                  <a:gd name="T5" fmla="*/ 12 h 213"/>
                  <a:gd name="T6" fmla="*/ 183 w 182"/>
                  <a:gd name="T7" fmla="*/ 26 h 213"/>
                  <a:gd name="T8" fmla="*/ 197 w 182"/>
                  <a:gd name="T9" fmla="*/ 48 h 213"/>
                  <a:gd name="T10" fmla="*/ 209 w 182"/>
                  <a:gd name="T11" fmla="*/ 75 h 213"/>
                  <a:gd name="T12" fmla="*/ 216 w 182"/>
                  <a:gd name="T13" fmla="*/ 110 h 213"/>
                  <a:gd name="T14" fmla="*/ 216 w 182"/>
                  <a:gd name="T15" fmla="*/ 152 h 213"/>
                  <a:gd name="T16" fmla="*/ 207 w 182"/>
                  <a:gd name="T17" fmla="*/ 201 h 213"/>
                  <a:gd name="T18" fmla="*/ 202 w 182"/>
                  <a:gd name="T19" fmla="*/ 215 h 213"/>
                  <a:gd name="T20" fmla="*/ 196 w 182"/>
                  <a:gd name="T21" fmla="*/ 227 h 213"/>
                  <a:gd name="T22" fmla="*/ 189 w 182"/>
                  <a:gd name="T23" fmla="*/ 239 h 213"/>
                  <a:gd name="T24" fmla="*/ 180 w 182"/>
                  <a:gd name="T25" fmla="*/ 250 h 213"/>
                  <a:gd name="T26" fmla="*/ 168 w 182"/>
                  <a:gd name="T27" fmla="*/ 260 h 213"/>
                  <a:gd name="T28" fmla="*/ 158 w 182"/>
                  <a:gd name="T29" fmla="*/ 268 h 213"/>
                  <a:gd name="T30" fmla="*/ 147 w 182"/>
                  <a:gd name="T31" fmla="*/ 276 h 213"/>
                  <a:gd name="T32" fmla="*/ 132 w 182"/>
                  <a:gd name="T33" fmla="*/ 282 h 213"/>
                  <a:gd name="T34" fmla="*/ 118 w 182"/>
                  <a:gd name="T35" fmla="*/ 285 h 213"/>
                  <a:gd name="T36" fmla="*/ 104 w 182"/>
                  <a:gd name="T37" fmla="*/ 289 h 213"/>
                  <a:gd name="T38" fmla="*/ 88 w 182"/>
                  <a:gd name="T39" fmla="*/ 291 h 213"/>
                  <a:gd name="T40" fmla="*/ 71 w 182"/>
                  <a:gd name="T41" fmla="*/ 291 h 213"/>
                  <a:gd name="T42" fmla="*/ 53 w 182"/>
                  <a:gd name="T43" fmla="*/ 289 h 213"/>
                  <a:gd name="T44" fmla="*/ 36 w 182"/>
                  <a:gd name="T45" fmla="*/ 285 h 213"/>
                  <a:gd name="T46" fmla="*/ 17 w 182"/>
                  <a:gd name="T47" fmla="*/ 279 h 213"/>
                  <a:gd name="T48" fmla="*/ 0 w 182"/>
                  <a:gd name="T49" fmla="*/ 272 h 213"/>
                  <a:gd name="T50" fmla="*/ 16 w 182"/>
                  <a:gd name="T51" fmla="*/ 282 h 213"/>
                  <a:gd name="T52" fmla="*/ 32 w 182"/>
                  <a:gd name="T53" fmla="*/ 289 h 213"/>
                  <a:gd name="T54" fmla="*/ 48 w 182"/>
                  <a:gd name="T55" fmla="*/ 296 h 213"/>
                  <a:gd name="T56" fmla="*/ 62 w 182"/>
                  <a:gd name="T57" fmla="*/ 301 h 213"/>
                  <a:gd name="T58" fmla="*/ 76 w 182"/>
                  <a:gd name="T59" fmla="*/ 305 h 213"/>
                  <a:gd name="T60" fmla="*/ 91 w 182"/>
                  <a:gd name="T61" fmla="*/ 307 h 213"/>
                  <a:gd name="T62" fmla="*/ 105 w 182"/>
                  <a:gd name="T63" fmla="*/ 308 h 213"/>
                  <a:gd name="T64" fmla="*/ 119 w 182"/>
                  <a:gd name="T65" fmla="*/ 308 h 213"/>
                  <a:gd name="T66" fmla="*/ 131 w 182"/>
                  <a:gd name="T67" fmla="*/ 307 h 213"/>
                  <a:gd name="T68" fmla="*/ 144 w 182"/>
                  <a:gd name="T69" fmla="*/ 304 h 213"/>
                  <a:gd name="T70" fmla="*/ 155 w 182"/>
                  <a:gd name="T71" fmla="*/ 301 h 213"/>
                  <a:gd name="T72" fmla="*/ 167 w 182"/>
                  <a:gd name="T73" fmla="*/ 298 h 213"/>
                  <a:gd name="T74" fmla="*/ 177 w 182"/>
                  <a:gd name="T75" fmla="*/ 294 h 213"/>
                  <a:gd name="T76" fmla="*/ 187 w 182"/>
                  <a:gd name="T77" fmla="*/ 288 h 213"/>
                  <a:gd name="T78" fmla="*/ 196 w 182"/>
                  <a:gd name="T79" fmla="*/ 282 h 213"/>
                  <a:gd name="T80" fmla="*/ 204 w 182"/>
                  <a:gd name="T81" fmla="*/ 276 h 213"/>
                  <a:gd name="T82" fmla="*/ 227 w 182"/>
                  <a:gd name="T83" fmla="*/ 254 h 213"/>
                  <a:gd name="T84" fmla="*/ 243 w 182"/>
                  <a:gd name="T85" fmla="*/ 233 h 213"/>
                  <a:gd name="T86" fmla="*/ 253 w 182"/>
                  <a:gd name="T87" fmla="*/ 208 h 213"/>
                  <a:gd name="T88" fmla="*/ 258 w 182"/>
                  <a:gd name="T89" fmla="*/ 185 h 213"/>
                  <a:gd name="T90" fmla="*/ 261 w 182"/>
                  <a:gd name="T91" fmla="*/ 161 h 213"/>
                  <a:gd name="T92" fmla="*/ 261 w 182"/>
                  <a:gd name="T93" fmla="*/ 137 h 213"/>
                  <a:gd name="T94" fmla="*/ 262 w 182"/>
                  <a:gd name="T95" fmla="*/ 114 h 213"/>
                  <a:gd name="T96" fmla="*/ 249 w 182"/>
                  <a:gd name="T97" fmla="*/ 67 h 213"/>
                  <a:gd name="T98" fmla="*/ 225 w 182"/>
                  <a:gd name="T99" fmla="*/ 30 h 213"/>
                  <a:gd name="T100" fmla="*/ 217 w 182"/>
                  <a:gd name="T101" fmla="*/ 26 h 213"/>
                  <a:gd name="T102" fmla="*/ 212 w 182"/>
                  <a:gd name="T103" fmla="*/ 22 h 213"/>
                  <a:gd name="T104" fmla="*/ 204 w 182"/>
                  <a:gd name="T105" fmla="*/ 19 h 213"/>
                  <a:gd name="T106" fmla="*/ 199 w 182"/>
                  <a:gd name="T107" fmla="*/ 16 h 213"/>
                  <a:gd name="T108" fmla="*/ 190 w 182"/>
                  <a:gd name="T109" fmla="*/ 13 h 213"/>
                  <a:gd name="T110" fmla="*/ 181 w 182"/>
                  <a:gd name="T111" fmla="*/ 9 h 213"/>
                  <a:gd name="T112" fmla="*/ 171 w 182"/>
                  <a:gd name="T113" fmla="*/ 4 h 213"/>
                  <a:gd name="T114" fmla="*/ 157 w 182"/>
                  <a:gd name="T115" fmla="*/ 0 h 213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64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68 w 128"/>
                  <a:gd name="T1" fmla="*/ 0 h 217"/>
                  <a:gd name="T2" fmla="*/ 76 w 128"/>
                  <a:gd name="T3" fmla="*/ 6 h 217"/>
                  <a:gd name="T4" fmla="*/ 84 w 128"/>
                  <a:gd name="T5" fmla="*/ 19 h 217"/>
                  <a:gd name="T6" fmla="*/ 89 w 128"/>
                  <a:gd name="T7" fmla="*/ 36 h 217"/>
                  <a:gd name="T8" fmla="*/ 93 w 128"/>
                  <a:gd name="T9" fmla="*/ 56 h 217"/>
                  <a:gd name="T10" fmla="*/ 92 w 128"/>
                  <a:gd name="T11" fmla="*/ 80 h 217"/>
                  <a:gd name="T12" fmla="*/ 84 w 128"/>
                  <a:gd name="T13" fmla="*/ 104 h 217"/>
                  <a:gd name="T14" fmla="*/ 68 w 128"/>
                  <a:gd name="T15" fmla="*/ 130 h 217"/>
                  <a:gd name="T16" fmla="*/ 44 w 128"/>
                  <a:gd name="T17" fmla="*/ 156 h 217"/>
                  <a:gd name="T18" fmla="*/ 36 w 128"/>
                  <a:gd name="T19" fmla="*/ 153 h 217"/>
                  <a:gd name="T20" fmla="*/ 28 w 128"/>
                  <a:gd name="T21" fmla="*/ 151 h 217"/>
                  <a:gd name="T22" fmla="*/ 19 w 128"/>
                  <a:gd name="T23" fmla="*/ 147 h 217"/>
                  <a:gd name="T24" fmla="*/ 12 w 128"/>
                  <a:gd name="T25" fmla="*/ 144 h 217"/>
                  <a:gd name="T26" fmla="*/ 6 w 128"/>
                  <a:gd name="T27" fmla="*/ 141 h 217"/>
                  <a:gd name="T28" fmla="*/ 1 w 128"/>
                  <a:gd name="T29" fmla="*/ 137 h 217"/>
                  <a:gd name="T30" fmla="*/ 0 w 128"/>
                  <a:gd name="T31" fmla="*/ 132 h 217"/>
                  <a:gd name="T32" fmla="*/ 1 w 128"/>
                  <a:gd name="T33" fmla="*/ 128 h 217"/>
                  <a:gd name="T34" fmla="*/ 9 w 128"/>
                  <a:gd name="T35" fmla="*/ 123 h 217"/>
                  <a:gd name="T36" fmla="*/ 21 w 128"/>
                  <a:gd name="T37" fmla="*/ 116 h 217"/>
                  <a:gd name="T38" fmla="*/ 33 w 128"/>
                  <a:gd name="T39" fmla="*/ 108 h 217"/>
                  <a:gd name="T40" fmla="*/ 46 w 128"/>
                  <a:gd name="T41" fmla="*/ 96 h 217"/>
                  <a:gd name="T42" fmla="*/ 57 w 128"/>
                  <a:gd name="T43" fmla="*/ 81 h 217"/>
                  <a:gd name="T44" fmla="*/ 66 w 128"/>
                  <a:gd name="T45" fmla="*/ 60 h 217"/>
                  <a:gd name="T46" fmla="*/ 70 w 128"/>
                  <a:gd name="T47" fmla="*/ 33 h 217"/>
                  <a:gd name="T48" fmla="*/ 68 w 128"/>
                  <a:gd name="T49" fmla="*/ 0 h 21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65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54 w 117"/>
                  <a:gd name="T1" fmla="*/ 0 h 132"/>
                  <a:gd name="T2" fmla="*/ 0 w 117"/>
                  <a:gd name="T3" fmla="*/ 18 h 132"/>
                  <a:gd name="T4" fmla="*/ 2 w 117"/>
                  <a:gd name="T5" fmla="*/ 18 h 132"/>
                  <a:gd name="T6" fmla="*/ 10 w 117"/>
                  <a:gd name="T7" fmla="*/ 20 h 132"/>
                  <a:gd name="T8" fmla="*/ 21 w 117"/>
                  <a:gd name="T9" fmla="*/ 25 h 132"/>
                  <a:gd name="T10" fmla="*/ 33 w 117"/>
                  <a:gd name="T11" fmla="*/ 33 h 132"/>
                  <a:gd name="T12" fmla="*/ 48 w 117"/>
                  <a:gd name="T13" fmla="*/ 44 h 132"/>
                  <a:gd name="T14" fmla="*/ 61 w 117"/>
                  <a:gd name="T15" fmla="*/ 56 h 132"/>
                  <a:gd name="T16" fmla="*/ 74 w 117"/>
                  <a:gd name="T17" fmla="*/ 73 h 132"/>
                  <a:gd name="T18" fmla="*/ 84 w 117"/>
                  <a:gd name="T19" fmla="*/ 93 h 132"/>
                  <a:gd name="T20" fmla="*/ 85 w 117"/>
                  <a:gd name="T21" fmla="*/ 85 h 132"/>
                  <a:gd name="T22" fmla="*/ 84 w 117"/>
                  <a:gd name="T23" fmla="*/ 75 h 132"/>
                  <a:gd name="T24" fmla="*/ 78 w 117"/>
                  <a:gd name="T25" fmla="*/ 63 h 132"/>
                  <a:gd name="T26" fmla="*/ 72 w 117"/>
                  <a:gd name="T27" fmla="*/ 52 h 132"/>
                  <a:gd name="T28" fmla="*/ 65 w 117"/>
                  <a:gd name="T29" fmla="*/ 41 h 132"/>
                  <a:gd name="T30" fmla="*/ 57 w 117"/>
                  <a:gd name="T31" fmla="*/ 32 h 132"/>
                  <a:gd name="T32" fmla="*/ 49 w 117"/>
                  <a:gd name="T33" fmla="*/ 25 h 132"/>
                  <a:gd name="T34" fmla="*/ 42 w 117"/>
                  <a:gd name="T35" fmla="*/ 23 h 132"/>
                  <a:gd name="T36" fmla="*/ 50 w 117"/>
                  <a:gd name="T37" fmla="*/ 20 h 132"/>
                  <a:gd name="T38" fmla="*/ 57 w 117"/>
                  <a:gd name="T39" fmla="*/ 20 h 132"/>
                  <a:gd name="T40" fmla="*/ 65 w 117"/>
                  <a:gd name="T41" fmla="*/ 18 h 132"/>
                  <a:gd name="T42" fmla="*/ 71 w 117"/>
                  <a:gd name="T43" fmla="*/ 18 h 132"/>
                  <a:gd name="T44" fmla="*/ 76 w 117"/>
                  <a:gd name="T45" fmla="*/ 17 h 132"/>
                  <a:gd name="T46" fmla="*/ 79 w 117"/>
                  <a:gd name="T47" fmla="*/ 16 h 132"/>
                  <a:gd name="T48" fmla="*/ 82 w 117"/>
                  <a:gd name="T49" fmla="*/ 15 h 132"/>
                  <a:gd name="T50" fmla="*/ 83 w 117"/>
                  <a:gd name="T51" fmla="*/ 15 h 132"/>
                  <a:gd name="T52" fmla="*/ 54 w 117"/>
                  <a:gd name="T53" fmla="*/ 0 h 13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66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1 w 29"/>
                  <a:gd name="T1" fmla="*/ 0 h 77"/>
                  <a:gd name="T2" fmla="*/ 17 w 29"/>
                  <a:gd name="T3" fmla="*/ 0 h 77"/>
                  <a:gd name="T4" fmla="*/ 12 w 29"/>
                  <a:gd name="T5" fmla="*/ 3 h 77"/>
                  <a:gd name="T6" fmla="*/ 7 w 29"/>
                  <a:gd name="T7" fmla="*/ 6 h 77"/>
                  <a:gd name="T8" fmla="*/ 3 w 29"/>
                  <a:gd name="T9" fmla="*/ 14 h 77"/>
                  <a:gd name="T10" fmla="*/ 1 w 29"/>
                  <a:gd name="T11" fmla="*/ 21 h 77"/>
                  <a:gd name="T12" fmla="*/ 0 w 29"/>
                  <a:gd name="T13" fmla="*/ 31 h 77"/>
                  <a:gd name="T14" fmla="*/ 2 w 29"/>
                  <a:gd name="T15" fmla="*/ 43 h 77"/>
                  <a:gd name="T16" fmla="*/ 8 w 29"/>
                  <a:gd name="T17" fmla="*/ 55 h 77"/>
                  <a:gd name="T18" fmla="*/ 11 w 29"/>
                  <a:gd name="T19" fmla="*/ 38 h 77"/>
                  <a:gd name="T20" fmla="*/ 14 w 29"/>
                  <a:gd name="T21" fmla="*/ 26 h 77"/>
                  <a:gd name="T22" fmla="*/ 17 w 29"/>
                  <a:gd name="T23" fmla="*/ 16 h 77"/>
                  <a:gd name="T24" fmla="*/ 21 w 29"/>
                  <a:gd name="T25" fmla="*/ 0 h 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grpSp>
            <p:nvGrpSpPr>
              <p:cNvPr id="1067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1068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8 w 207"/>
                    <a:gd name="T1" fmla="*/ 30 h 564"/>
                    <a:gd name="T2" fmla="*/ 4 w 207"/>
                    <a:gd name="T3" fmla="*/ 50 h 564"/>
                    <a:gd name="T4" fmla="*/ 2 w 207"/>
                    <a:gd name="T5" fmla="*/ 68 h 564"/>
                    <a:gd name="T6" fmla="*/ 0 w 207"/>
                    <a:gd name="T7" fmla="*/ 86 h 564"/>
                    <a:gd name="T8" fmla="*/ 0 w 207"/>
                    <a:gd name="T9" fmla="*/ 104 h 564"/>
                    <a:gd name="T10" fmla="*/ 2 w 207"/>
                    <a:gd name="T11" fmla="*/ 124 h 564"/>
                    <a:gd name="T12" fmla="*/ 5 w 207"/>
                    <a:gd name="T13" fmla="*/ 146 h 564"/>
                    <a:gd name="T14" fmla="*/ 11 w 207"/>
                    <a:gd name="T15" fmla="*/ 171 h 564"/>
                    <a:gd name="T16" fmla="*/ 20 w 207"/>
                    <a:gd name="T17" fmla="*/ 198 h 564"/>
                    <a:gd name="T18" fmla="*/ 30 w 207"/>
                    <a:gd name="T19" fmla="*/ 225 h 564"/>
                    <a:gd name="T20" fmla="*/ 42 w 207"/>
                    <a:gd name="T21" fmla="*/ 252 h 564"/>
                    <a:gd name="T22" fmla="*/ 57 w 207"/>
                    <a:gd name="T23" fmla="*/ 281 h 564"/>
                    <a:gd name="T24" fmla="*/ 73 w 207"/>
                    <a:gd name="T25" fmla="*/ 308 h 564"/>
                    <a:gd name="T26" fmla="*/ 91 w 207"/>
                    <a:gd name="T27" fmla="*/ 334 h 564"/>
                    <a:gd name="T28" fmla="*/ 108 w 207"/>
                    <a:gd name="T29" fmla="*/ 357 h 564"/>
                    <a:gd name="T30" fmla="*/ 126 w 207"/>
                    <a:gd name="T31" fmla="*/ 376 h 564"/>
                    <a:gd name="T32" fmla="*/ 143 w 207"/>
                    <a:gd name="T33" fmla="*/ 390 h 564"/>
                    <a:gd name="T34" fmla="*/ 111 w 207"/>
                    <a:gd name="T35" fmla="*/ 346 h 564"/>
                    <a:gd name="T36" fmla="*/ 88 w 207"/>
                    <a:gd name="T37" fmla="*/ 310 h 564"/>
                    <a:gd name="T38" fmla="*/ 71 w 207"/>
                    <a:gd name="T39" fmla="*/ 280 h 564"/>
                    <a:gd name="T40" fmla="*/ 60 w 207"/>
                    <a:gd name="T41" fmla="*/ 254 h 564"/>
                    <a:gd name="T42" fmla="*/ 52 w 207"/>
                    <a:gd name="T43" fmla="*/ 233 h 564"/>
                    <a:gd name="T44" fmla="*/ 47 w 207"/>
                    <a:gd name="T45" fmla="*/ 214 h 564"/>
                    <a:gd name="T46" fmla="*/ 44 w 207"/>
                    <a:gd name="T47" fmla="*/ 197 h 564"/>
                    <a:gd name="T48" fmla="*/ 39 w 207"/>
                    <a:gd name="T49" fmla="*/ 180 h 564"/>
                    <a:gd name="T50" fmla="*/ 30 w 207"/>
                    <a:gd name="T51" fmla="*/ 142 h 564"/>
                    <a:gd name="T52" fmla="*/ 28 w 207"/>
                    <a:gd name="T53" fmla="*/ 97 h 564"/>
                    <a:gd name="T54" fmla="*/ 30 w 207"/>
                    <a:gd name="T55" fmla="*/ 47 h 564"/>
                    <a:gd name="T56" fmla="*/ 35 w 207"/>
                    <a:gd name="T57" fmla="*/ 0 h 564"/>
                    <a:gd name="T58" fmla="*/ 8 w 207"/>
                    <a:gd name="T59" fmla="*/ 30 h 564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k-UA"/>
                </a:p>
              </p:txBody>
            </p:sp>
            <p:sp>
              <p:nvSpPr>
                <p:cNvPr id="1069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3 h 232"/>
                    <a:gd name="T2" fmla="*/ 10 w 47"/>
                    <a:gd name="T3" fmla="*/ 38 h 232"/>
                    <a:gd name="T4" fmla="*/ 15 w 47"/>
                    <a:gd name="T5" fmla="*/ 70 h 232"/>
                    <a:gd name="T6" fmla="*/ 17 w 47"/>
                    <a:gd name="T7" fmla="*/ 110 h 232"/>
                    <a:gd name="T8" fmla="*/ 13 w 47"/>
                    <a:gd name="T9" fmla="*/ 160 h 232"/>
                    <a:gd name="T10" fmla="*/ 32 w 47"/>
                    <a:gd name="T11" fmla="*/ 150 h 232"/>
                    <a:gd name="T12" fmla="*/ 33 w 47"/>
                    <a:gd name="T13" fmla="*/ 123 h 232"/>
                    <a:gd name="T14" fmla="*/ 33 w 47"/>
                    <a:gd name="T15" fmla="*/ 97 h 232"/>
                    <a:gd name="T16" fmla="*/ 32 w 47"/>
                    <a:gd name="T17" fmla="*/ 71 h 232"/>
                    <a:gd name="T18" fmla="*/ 29 w 47"/>
                    <a:gd name="T19" fmla="*/ 49 h 232"/>
                    <a:gd name="T20" fmla="*/ 25 w 47"/>
                    <a:gd name="T21" fmla="*/ 36 h 232"/>
                    <a:gd name="T22" fmla="*/ 20 w 47"/>
                    <a:gd name="T23" fmla="*/ 23 h 232"/>
                    <a:gd name="T24" fmla="*/ 15 w 47"/>
                    <a:gd name="T25" fmla="*/ 12 h 232"/>
                    <a:gd name="T26" fmla="*/ 9 w 47"/>
                    <a:gd name="T27" fmla="*/ 0 h 232"/>
                    <a:gd name="T28" fmla="*/ 0 w 47"/>
                    <a:gd name="T29" fmla="*/ 13 h 232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k-UA"/>
                </a:p>
              </p:txBody>
            </p:sp>
            <p:sp>
              <p:nvSpPr>
                <p:cNvPr id="1070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60 w 87"/>
                    <a:gd name="T1" fmla="*/ 15 h 40"/>
                    <a:gd name="T2" fmla="*/ 53 w 87"/>
                    <a:gd name="T3" fmla="*/ 11 h 40"/>
                    <a:gd name="T4" fmla="*/ 47 w 87"/>
                    <a:gd name="T5" fmla="*/ 8 h 40"/>
                    <a:gd name="T6" fmla="*/ 40 w 87"/>
                    <a:gd name="T7" fmla="*/ 5 h 40"/>
                    <a:gd name="T8" fmla="*/ 32 w 87"/>
                    <a:gd name="T9" fmla="*/ 3 h 40"/>
                    <a:gd name="T10" fmla="*/ 26 w 87"/>
                    <a:gd name="T11" fmla="*/ 2 h 40"/>
                    <a:gd name="T12" fmla="*/ 18 w 87"/>
                    <a:gd name="T13" fmla="*/ 1 h 40"/>
                    <a:gd name="T14" fmla="*/ 9 w 87"/>
                    <a:gd name="T15" fmla="*/ 0 h 40"/>
                    <a:gd name="T16" fmla="*/ 0 w 87"/>
                    <a:gd name="T17" fmla="*/ 1 h 40"/>
                    <a:gd name="T18" fmla="*/ 4 w 87"/>
                    <a:gd name="T19" fmla="*/ 4 h 40"/>
                    <a:gd name="T20" fmla="*/ 10 w 87"/>
                    <a:gd name="T21" fmla="*/ 7 h 40"/>
                    <a:gd name="T22" fmla="*/ 15 w 87"/>
                    <a:gd name="T23" fmla="*/ 9 h 40"/>
                    <a:gd name="T24" fmla="*/ 23 w 87"/>
                    <a:gd name="T25" fmla="*/ 12 h 40"/>
                    <a:gd name="T26" fmla="*/ 29 w 87"/>
                    <a:gd name="T27" fmla="*/ 15 h 40"/>
                    <a:gd name="T28" fmla="*/ 36 w 87"/>
                    <a:gd name="T29" fmla="*/ 18 h 40"/>
                    <a:gd name="T30" fmla="*/ 44 w 87"/>
                    <a:gd name="T31" fmla="*/ 22 h 40"/>
                    <a:gd name="T32" fmla="*/ 51 w 87"/>
                    <a:gd name="T33" fmla="*/ 27 h 40"/>
                    <a:gd name="T34" fmla="*/ 60 w 87"/>
                    <a:gd name="T35" fmla="*/ 15 h 4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k-UA"/>
                </a:p>
              </p:txBody>
            </p:sp>
          </p:grpSp>
        </p:grpSp>
        <p:grpSp>
          <p:nvGrpSpPr>
            <p:cNvPr id="1036" name="Group 19"/>
            <p:cNvGrpSpPr>
              <a:grpSpLocks/>
            </p:cNvGrpSpPr>
            <p:nvPr/>
          </p:nvGrpSpPr>
          <p:grpSpPr bwMode="auto">
            <a:xfrm rot="6248562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1059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60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61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grpSp>
          <p:nvGrpSpPr>
            <p:cNvPr id="1037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1056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57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58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grpSp>
          <p:nvGrpSpPr>
            <p:cNvPr id="1038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1053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41 w 83"/>
                  <a:gd name="T1" fmla="*/ 14 h 117"/>
                  <a:gd name="T2" fmla="*/ 13 w 83"/>
                  <a:gd name="T3" fmla="*/ 0 h 117"/>
                  <a:gd name="T4" fmla="*/ 0 w 83"/>
                  <a:gd name="T5" fmla="*/ 59 h 117"/>
                  <a:gd name="T6" fmla="*/ 41 w 83"/>
                  <a:gd name="T7" fmla="*/ 14 h 1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54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49 h 98"/>
                  <a:gd name="T2" fmla="*/ 59 w 140"/>
                  <a:gd name="T3" fmla="*/ 0 h 98"/>
                  <a:gd name="T4" fmla="*/ 70 w 140"/>
                  <a:gd name="T5" fmla="*/ 25 h 98"/>
                  <a:gd name="T6" fmla="*/ 0 w 140"/>
                  <a:gd name="T7" fmla="*/ 49 h 9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  <p:sp>
            <p:nvSpPr>
              <p:cNvPr id="1055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4 h 49"/>
                  <a:gd name="T2" fmla="*/ 73 w 145"/>
                  <a:gd name="T3" fmla="*/ 0 h 49"/>
                  <a:gd name="T4" fmla="*/ 66 w 145"/>
                  <a:gd name="T5" fmla="*/ 25 h 49"/>
                  <a:gd name="T6" fmla="*/ 0 w 145"/>
                  <a:gd name="T7" fmla="*/ 4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k-UA"/>
              </a:p>
            </p:txBody>
          </p:sp>
        </p:grpSp>
        <p:sp>
          <p:nvSpPr>
            <p:cNvPr id="55327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6 w 109"/>
                <a:gd name="T3" fmla="*/ 1 h 156"/>
                <a:gd name="T4" fmla="*/ 22 w 109"/>
                <a:gd name="T5" fmla="*/ 5 h 156"/>
                <a:gd name="T6" fmla="*/ 45 w 109"/>
                <a:gd name="T7" fmla="*/ 13 h 156"/>
                <a:gd name="T8" fmla="*/ 70 w 109"/>
                <a:gd name="T9" fmla="*/ 26 h 156"/>
                <a:gd name="T10" fmla="*/ 94 w 109"/>
                <a:gd name="T11" fmla="*/ 47 h 156"/>
                <a:gd name="T12" fmla="*/ 116 w 109"/>
                <a:gd name="T13" fmla="*/ 76 h 156"/>
                <a:gd name="T14" fmla="*/ 130 w 109"/>
                <a:gd name="T15" fmla="*/ 116 h 156"/>
                <a:gd name="T16" fmla="*/ 132 w 109"/>
                <a:gd name="T17" fmla="*/ 167 h 156"/>
                <a:gd name="T18" fmla="*/ 127 w 109"/>
                <a:gd name="T19" fmla="*/ 167 h 156"/>
                <a:gd name="T20" fmla="*/ 120 w 109"/>
                <a:gd name="T21" fmla="*/ 167 h 156"/>
                <a:gd name="T22" fmla="*/ 113 w 109"/>
                <a:gd name="T23" fmla="*/ 167 h 156"/>
                <a:gd name="T24" fmla="*/ 105 w 109"/>
                <a:gd name="T25" fmla="*/ 165 h 156"/>
                <a:gd name="T26" fmla="*/ 98 w 109"/>
                <a:gd name="T27" fmla="*/ 164 h 156"/>
                <a:gd name="T28" fmla="*/ 90 w 109"/>
                <a:gd name="T29" fmla="*/ 161 h 156"/>
                <a:gd name="T30" fmla="*/ 80 w 109"/>
                <a:gd name="T31" fmla="*/ 155 h 156"/>
                <a:gd name="T32" fmla="*/ 70 w 109"/>
                <a:gd name="T33" fmla="*/ 149 h 156"/>
                <a:gd name="T34" fmla="*/ 64 w 109"/>
                <a:gd name="T35" fmla="*/ 135 h 156"/>
                <a:gd name="T36" fmla="*/ 64 w 109"/>
                <a:gd name="T37" fmla="*/ 119 h 156"/>
                <a:gd name="T38" fmla="*/ 68 w 109"/>
                <a:gd name="T39" fmla="*/ 103 h 156"/>
                <a:gd name="T40" fmla="*/ 71 w 109"/>
                <a:gd name="T41" fmla="*/ 86 h 156"/>
                <a:gd name="T42" fmla="*/ 68 w 109"/>
                <a:gd name="T43" fmla="*/ 66 h 156"/>
                <a:gd name="T44" fmla="*/ 58 w 109"/>
                <a:gd name="T45" fmla="*/ 46 h 156"/>
                <a:gd name="T46" fmla="*/ 38 w 109"/>
                <a:gd name="T47" fmla="*/ 25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7 w 54"/>
                <a:gd name="T5" fmla="*/ 3 h 40"/>
                <a:gd name="T6" fmla="*/ 16 w 54"/>
                <a:gd name="T7" fmla="*/ 9 h 40"/>
                <a:gd name="T8" fmla="*/ 26 w 54"/>
                <a:gd name="T9" fmla="*/ 13 h 40"/>
                <a:gd name="T10" fmla="*/ 35 w 54"/>
                <a:gd name="T11" fmla="*/ 16 h 40"/>
                <a:gd name="T12" fmla="*/ 46 w 54"/>
                <a:gd name="T13" fmla="*/ 18 h 40"/>
                <a:gd name="T14" fmla="*/ 56 w 54"/>
                <a:gd name="T15" fmla="*/ 19 h 40"/>
                <a:gd name="T16" fmla="*/ 66 w 54"/>
                <a:gd name="T17" fmla="*/ 17 h 40"/>
                <a:gd name="T18" fmla="*/ 65 w 54"/>
                <a:gd name="T19" fmla="*/ 27 h 40"/>
                <a:gd name="T20" fmla="*/ 61 w 54"/>
                <a:gd name="T21" fmla="*/ 35 h 40"/>
                <a:gd name="T22" fmla="*/ 54 w 54"/>
                <a:gd name="T23" fmla="*/ 41 h 40"/>
                <a:gd name="T24" fmla="*/ 45 w 54"/>
                <a:gd name="T25" fmla="*/ 43 h 40"/>
                <a:gd name="T26" fmla="*/ 34 w 54"/>
                <a:gd name="T27" fmla="*/ 42 h 40"/>
                <a:gd name="T28" fmla="*/ 23 w 54"/>
                <a:gd name="T29" fmla="*/ 34 h 40"/>
                <a:gd name="T30" fmla="*/ 12 w 54"/>
                <a:gd name="T31" fmla="*/ 22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6 h 237"/>
                <a:gd name="T4" fmla="*/ 4 w 257"/>
                <a:gd name="T5" fmla="*/ 52 h 237"/>
                <a:gd name="T6" fmla="*/ 8 w 257"/>
                <a:gd name="T7" fmla="*/ 78 h 237"/>
                <a:gd name="T8" fmla="*/ 15 w 257"/>
                <a:gd name="T9" fmla="*/ 101 h 237"/>
                <a:gd name="T10" fmla="*/ 24 w 257"/>
                <a:gd name="T11" fmla="*/ 123 h 237"/>
                <a:gd name="T12" fmla="*/ 36 w 257"/>
                <a:gd name="T13" fmla="*/ 146 h 237"/>
                <a:gd name="T14" fmla="*/ 51 w 257"/>
                <a:gd name="T15" fmla="*/ 166 h 237"/>
                <a:gd name="T16" fmla="*/ 68 w 257"/>
                <a:gd name="T17" fmla="*/ 184 h 237"/>
                <a:gd name="T18" fmla="*/ 90 w 257"/>
                <a:gd name="T19" fmla="*/ 201 h 237"/>
                <a:gd name="T20" fmla="*/ 115 w 257"/>
                <a:gd name="T21" fmla="*/ 215 h 237"/>
                <a:gd name="T22" fmla="*/ 142 w 257"/>
                <a:gd name="T23" fmla="*/ 226 h 237"/>
                <a:gd name="T24" fmla="*/ 175 w 257"/>
                <a:gd name="T25" fmla="*/ 236 h 237"/>
                <a:gd name="T26" fmla="*/ 211 w 257"/>
                <a:gd name="T27" fmla="*/ 242 h 237"/>
                <a:gd name="T28" fmla="*/ 252 w 257"/>
                <a:gd name="T29" fmla="*/ 245 h 237"/>
                <a:gd name="T30" fmla="*/ 294 w 257"/>
                <a:gd name="T31" fmla="*/ 244 h 237"/>
                <a:gd name="T32" fmla="*/ 344 w 257"/>
                <a:gd name="T33" fmla="*/ 240 h 237"/>
                <a:gd name="T34" fmla="*/ 300 w 257"/>
                <a:gd name="T35" fmla="*/ 235 h 237"/>
                <a:gd name="T36" fmla="*/ 261 w 257"/>
                <a:gd name="T37" fmla="*/ 227 h 237"/>
                <a:gd name="T38" fmla="*/ 228 w 257"/>
                <a:gd name="T39" fmla="*/ 219 h 237"/>
                <a:gd name="T40" fmla="*/ 198 w 257"/>
                <a:gd name="T41" fmla="*/ 211 h 237"/>
                <a:gd name="T42" fmla="*/ 171 w 257"/>
                <a:gd name="T43" fmla="*/ 200 h 237"/>
                <a:gd name="T44" fmla="*/ 150 w 257"/>
                <a:gd name="T45" fmla="*/ 188 h 237"/>
                <a:gd name="T46" fmla="*/ 130 w 257"/>
                <a:gd name="T47" fmla="*/ 175 h 237"/>
                <a:gd name="T48" fmla="*/ 112 w 257"/>
                <a:gd name="T49" fmla="*/ 160 h 237"/>
                <a:gd name="T50" fmla="*/ 96 w 257"/>
                <a:gd name="T51" fmla="*/ 146 h 237"/>
                <a:gd name="T52" fmla="*/ 82 w 257"/>
                <a:gd name="T53" fmla="*/ 129 h 237"/>
                <a:gd name="T54" fmla="*/ 70 w 257"/>
                <a:gd name="T55" fmla="*/ 111 h 237"/>
                <a:gd name="T56" fmla="*/ 58 w 257"/>
                <a:gd name="T57" fmla="*/ 91 h 237"/>
                <a:gd name="T58" fmla="*/ 44 w 257"/>
                <a:gd name="T59" fmla="*/ 71 h 237"/>
                <a:gd name="T60" fmla="*/ 31 w 257"/>
                <a:gd name="T61" fmla="*/ 49 h 237"/>
                <a:gd name="T62" fmla="*/ 16 w 257"/>
                <a:gd name="T63" fmla="*/ 25 h 237"/>
                <a:gd name="T64" fmla="*/ 0 w 257"/>
                <a:gd name="T65" fmla="*/ 0 h 23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104 w 124"/>
                <a:gd name="T1" fmla="*/ 0 h 110"/>
                <a:gd name="T2" fmla="*/ 167 w 124"/>
                <a:gd name="T3" fmla="*/ 113 h 110"/>
                <a:gd name="T4" fmla="*/ 162 w 124"/>
                <a:gd name="T5" fmla="*/ 112 h 110"/>
                <a:gd name="T6" fmla="*/ 144 w 124"/>
                <a:gd name="T7" fmla="*/ 110 h 110"/>
                <a:gd name="T8" fmla="*/ 120 w 124"/>
                <a:gd name="T9" fmla="*/ 106 h 110"/>
                <a:gd name="T10" fmla="*/ 92 w 124"/>
                <a:gd name="T11" fmla="*/ 104 h 110"/>
                <a:gd name="T12" fmla="*/ 61 w 124"/>
                <a:gd name="T13" fmla="*/ 101 h 110"/>
                <a:gd name="T14" fmla="*/ 34 w 124"/>
                <a:gd name="T15" fmla="*/ 102 h 110"/>
                <a:gd name="T16" fmla="*/ 12 w 124"/>
                <a:gd name="T17" fmla="*/ 107 h 110"/>
                <a:gd name="T18" fmla="*/ 0 w 124"/>
                <a:gd name="T19" fmla="*/ 115 h 110"/>
                <a:gd name="T20" fmla="*/ 5 w 124"/>
                <a:gd name="T21" fmla="*/ 102 h 110"/>
                <a:gd name="T22" fmla="*/ 11 w 124"/>
                <a:gd name="T23" fmla="*/ 93 h 110"/>
                <a:gd name="T24" fmla="*/ 22 w 124"/>
                <a:gd name="T25" fmla="*/ 86 h 110"/>
                <a:gd name="T26" fmla="*/ 34 w 124"/>
                <a:gd name="T27" fmla="*/ 79 h 110"/>
                <a:gd name="T28" fmla="*/ 48 w 124"/>
                <a:gd name="T29" fmla="*/ 75 h 110"/>
                <a:gd name="T30" fmla="*/ 63 w 124"/>
                <a:gd name="T31" fmla="*/ 74 h 110"/>
                <a:gd name="T32" fmla="*/ 79 w 124"/>
                <a:gd name="T33" fmla="*/ 74 h 110"/>
                <a:gd name="T34" fmla="*/ 97 w 124"/>
                <a:gd name="T35" fmla="*/ 77 h 110"/>
                <a:gd name="T36" fmla="*/ 98 w 124"/>
                <a:gd name="T37" fmla="*/ 74 h 110"/>
                <a:gd name="T38" fmla="*/ 94 w 124"/>
                <a:gd name="T39" fmla="*/ 59 h 110"/>
                <a:gd name="T40" fmla="*/ 90 w 124"/>
                <a:gd name="T41" fmla="*/ 40 h 110"/>
                <a:gd name="T42" fmla="*/ 88 w 124"/>
                <a:gd name="T43" fmla="*/ 31 h 110"/>
                <a:gd name="T44" fmla="*/ 85 w 124"/>
                <a:gd name="T45" fmla="*/ 31 h 110"/>
                <a:gd name="T46" fmla="*/ 82 w 124"/>
                <a:gd name="T47" fmla="*/ 30 h 110"/>
                <a:gd name="T48" fmla="*/ 79 w 124"/>
                <a:gd name="T49" fmla="*/ 27 h 110"/>
                <a:gd name="T50" fmla="*/ 77 w 124"/>
                <a:gd name="T51" fmla="*/ 24 h 110"/>
                <a:gd name="T52" fmla="*/ 77 w 124"/>
                <a:gd name="T53" fmla="*/ 20 h 110"/>
                <a:gd name="T54" fmla="*/ 79 w 124"/>
                <a:gd name="T55" fmla="*/ 15 h 110"/>
                <a:gd name="T56" fmla="*/ 89 w 124"/>
                <a:gd name="T57" fmla="*/ 8 h 110"/>
                <a:gd name="T58" fmla="*/ 104 w 124"/>
                <a:gd name="T59" fmla="*/ 0 h 11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7 w 109"/>
                <a:gd name="T3" fmla="*/ 1 h 156"/>
                <a:gd name="T4" fmla="*/ 24 w 109"/>
                <a:gd name="T5" fmla="*/ 5 h 156"/>
                <a:gd name="T6" fmla="*/ 50 w 109"/>
                <a:gd name="T7" fmla="*/ 12 h 156"/>
                <a:gd name="T8" fmla="*/ 78 w 109"/>
                <a:gd name="T9" fmla="*/ 25 h 156"/>
                <a:gd name="T10" fmla="*/ 105 w 109"/>
                <a:gd name="T11" fmla="*/ 45 h 156"/>
                <a:gd name="T12" fmla="*/ 129 w 109"/>
                <a:gd name="T13" fmla="*/ 73 h 156"/>
                <a:gd name="T14" fmla="*/ 144 w 109"/>
                <a:gd name="T15" fmla="*/ 111 h 156"/>
                <a:gd name="T16" fmla="*/ 147 w 109"/>
                <a:gd name="T17" fmla="*/ 160 h 156"/>
                <a:gd name="T18" fmla="*/ 142 w 109"/>
                <a:gd name="T19" fmla="*/ 160 h 156"/>
                <a:gd name="T20" fmla="*/ 134 w 109"/>
                <a:gd name="T21" fmla="*/ 160 h 156"/>
                <a:gd name="T22" fmla="*/ 125 w 109"/>
                <a:gd name="T23" fmla="*/ 160 h 156"/>
                <a:gd name="T24" fmla="*/ 117 w 109"/>
                <a:gd name="T25" fmla="*/ 158 h 156"/>
                <a:gd name="T26" fmla="*/ 109 w 109"/>
                <a:gd name="T27" fmla="*/ 157 h 156"/>
                <a:gd name="T28" fmla="*/ 100 w 109"/>
                <a:gd name="T29" fmla="*/ 154 h 156"/>
                <a:gd name="T30" fmla="*/ 89 w 109"/>
                <a:gd name="T31" fmla="*/ 149 h 156"/>
                <a:gd name="T32" fmla="*/ 78 w 109"/>
                <a:gd name="T33" fmla="*/ 143 h 156"/>
                <a:gd name="T34" fmla="*/ 71 w 109"/>
                <a:gd name="T35" fmla="*/ 129 h 156"/>
                <a:gd name="T36" fmla="*/ 71 w 109"/>
                <a:gd name="T37" fmla="*/ 114 h 156"/>
                <a:gd name="T38" fmla="*/ 76 w 109"/>
                <a:gd name="T39" fmla="*/ 98 h 156"/>
                <a:gd name="T40" fmla="*/ 80 w 109"/>
                <a:gd name="T41" fmla="*/ 82 h 156"/>
                <a:gd name="T42" fmla="*/ 76 w 109"/>
                <a:gd name="T43" fmla="*/ 64 h 156"/>
                <a:gd name="T44" fmla="*/ 65 w 109"/>
                <a:gd name="T45" fmla="*/ 44 h 156"/>
                <a:gd name="T46" fmla="*/ 42 w 109"/>
                <a:gd name="T47" fmla="*/ 24 h 156"/>
                <a:gd name="T48" fmla="*/ 0 w 109"/>
                <a:gd name="T49" fmla="*/ 0 h 1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4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42 w 46"/>
                <a:gd name="T1" fmla="*/ 0 h 94"/>
                <a:gd name="T2" fmla="*/ 27 w 46"/>
                <a:gd name="T3" fmla="*/ 39 h 94"/>
                <a:gd name="T4" fmla="*/ 20 w 46"/>
                <a:gd name="T5" fmla="*/ 64 h 94"/>
                <a:gd name="T6" fmla="*/ 15 w 46"/>
                <a:gd name="T7" fmla="*/ 82 h 94"/>
                <a:gd name="T8" fmla="*/ 0 w 46"/>
                <a:gd name="T9" fmla="*/ 97 h 94"/>
                <a:gd name="T10" fmla="*/ 16 w 46"/>
                <a:gd name="T11" fmla="*/ 91 h 94"/>
                <a:gd name="T12" fmla="*/ 31 w 46"/>
                <a:gd name="T13" fmla="*/ 83 h 94"/>
                <a:gd name="T14" fmla="*/ 43 w 46"/>
                <a:gd name="T15" fmla="*/ 71 h 94"/>
                <a:gd name="T16" fmla="*/ 54 w 46"/>
                <a:gd name="T17" fmla="*/ 59 h 94"/>
                <a:gd name="T18" fmla="*/ 61 w 46"/>
                <a:gd name="T19" fmla="*/ 45 h 94"/>
                <a:gd name="T20" fmla="*/ 62 w 46"/>
                <a:gd name="T21" fmla="*/ 31 h 94"/>
                <a:gd name="T22" fmla="*/ 57 w 46"/>
                <a:gd name="T23" fmla="*/ 15 h 94"/>
                <a:gd name="T24" fmla="*/ 42 w 46"/>
                <a:gd name="T25" fmla="*/ 0 h 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8 w 54"/>
                <a:gd name="T5" fmla="*/ 3 h 40"/>
                <a:gd name="T6" fmla="*/ 17 w 54"/>
                <a:gd name="T7" fmla="*/ 8 h 40"/>
                <a:gd name="T8" fmla="*/ 28 w 54"/>
                <a:gd name="T9" fmla="*/ 12 h 40"/>
                <a:gd name="T10" fmla="*/ 39 w 54"/>
                <a:gd name="T11" fmla="*/ 15 h 40"/>
                <a:gd name="T12" fmla="*/ 51 w 54"/>
                <a:gd name="T13" fmla="*/ 17 h 40"/>
                <a:gd name="T14" fmla="*/ 61 w 54"/>
                <a:gd name="T15" fmla="*/ 18 h 40"/>
                <a:gd name="T16" fmla="*/ 72 w 54"/>
                <a:gd name="T17" fmla="*/ 16 h 40"/>
                <a:gd name="T18" fmla="*/ 71 w 54"/>
                <a:gd name="T19" fmla="*/ 26 h 40"/>
                <a:gd name="T20" fmla="*/ 67 w 54"/>
                <a:gd name="T21" fmla="*/ 34 h 40"/>
                <a:gd name="T22" fmla="*/ 59 w 54"/>
                <a:gd name="T23" fmla="*/ 39 h 40"/>
                <a:gd name="T24" fmla="*/ 49 w 54"/>
                <a:gd name="T25" fmla="*/ 41 h 40"/>
                <a:gd name="T26" fmla="*/ 37 w 54"/>
                <a:gd name="T27" fmla="*/ 40 h 40"/>
                <a:gd name="T28" fmla="*/ 25 w 54"/>
                <a:gd name="T29" fmla="*/ 33 h 40"/>
                <a:gd name="T30" fmla="*/ 13 w 54"/>
                <a:gd name="T31" fmla="*/ 21 h 40"/>
                <a:gd name="T32" fmla="*/ 0 w 54"/>
                <a:gd name="T33" fmla="*/ 0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  <p:sp>
          <p:nvSpPr>
            <p:cNvPr id="105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22 w 596"/>
                <a:gd name="T1" fmla="*/ 381 h 666"/>
                <a:gd name="T2" fmla="*/ 8 w 596"/>
                <a:gd name="T3" fmla="*/ 351 h 666"/>
                <a:gd name="T4" fmla="*/ 0 w 596"/>
                <a:gd name="T5" fmla="*/ 298 h 666"/>
                <a:gd name="T6" fmla="*/ 5 w 596"/>
                <a:gd name="T7" fmla="*/ 229 h 666"/>
                <a:gd name="T8" fmla="*/ 34 w 596"/>
                <a:gd name="T9" fmla="*/ 156 h 666"/>
                <a:gd name="T10" fmla="*/ 93 w 596"/>
                <a:gd name="T11" fmla="*/ 87 h 666"/>
                <a:gd name="T12" fmla="*/ 192 w 596"/>
                <a:gd name="T13" fmla="*/ 32 h 666"/>
                <a:gd name="T14" fmla="*/ 333 w 596"/>
                <a:gd name="T15" fmla="*/ 2 h 666"/>
                <a:gd name="T16" fmla="*/ 513 w 596"/>
                <a:gd name="T17" fmla="*/ 9 h 666"/>
                <a:gd name="T18" fmla="*/ 653 w 596"/>
                <a:gd name="T19" fmla="*/ 70 h 666"/>
                <a:gd name="T20" fmla="*/ 747 w 596"/>
                <a:gd name="T21" fmla="*/ 170 h 666"/>
                <a:gd name="T22" fmla="*/ 797 w 596"/>
                <a:gd name="T23" fmla="*/ 293 h 666"/>
                <a:gd name="T24" fmla="*/ 803 w 596"/>
                <a:gd name="T25" fmla="*/ 421 h 666"/>
                <a:gd name="T26" fmla="*/ 764 w 596"/>
                <a:gd name="T27" fmla="*/ 541 h 666"/>
                <a:gd name="T28" fmla="*/ 684 w 596"/>
                <a:gd name="T29" fmla="*/ 633 h 666"/>
                <a:gd name="T30" fmla="*/ 563 w 596"/>
                <a:gd name="T31" fmla="*/ 683 h 666"/>
                <a:gd name="T32" fmla="*/ 525 w 596"/>
                <a:gd name="T33" fmla="*/ 679 h 666"/>
                <a:gd name="T34" fmla="*/ 595 w 596"/>
                <a:gd name="T35" fmla="*/ 636 h 666"/>
                <a:gd name="T36" fmla="*/ 650 w 596"/>
                <a:gd name="T37" fmla="*/ 560 h 666"/>
                <a:gd name="T38" fmla="*/ 687 w 596"/>
                <a:gd name="T39" fmla="*/ 468 h 666"/>
                <a:gd name="T40" fmla="*/ 701 w 596"/>
                <a:gd name="T41" fmla="*/ 366 h 666"/>
                <a:gd name="T42" fmla="*/ 693 w 596"/>
                <a:gd name="T43" fmla="*/ 266 h 666"/>
                <a:gd name="T44" fmla="*/ 654 w 596"/>
                <a:gd name="T45" fmla="*/ 179 h 666"/>
                <a:gd name="T46" fmla="*/ 584 w 596"/>
                <a:gd name="T47" fmla="*/ 115 h 666"/>
                <a:gd name="T48" fmla="*/ 460 w 596"/>
                <a:gd name="T49" fmla="*/ 77 h 666"/>
                <a:gd name="T50" fmla="*/ 332 w 596"/>
                <a:gd name="T51" fmla="*/ 63 h 666"/>
                <a:gd name="T52" fmla="*/ 235 w 596"/>
                <a:gd name="T53" fmla="*/ 73 h 666"/>
                <a:gd name="T54" fmla="*/ 163 w 596"/>
                <a:gd name="T55" fmla="*/ 104 h 666"/>
                <a:gd name="T56" fmla="*/ 113 w 596"/>
                <a:gd name="T57" fmla="*/ 153 h 666"/>
                <a:gd name="T58" fmla="*/ 77 w 596"/>
                <a:gd name="T59" fmla="*/ 212 h 666"/>
                <a:gd name="T60" fmla="*/ 54 w 596"/>
                <a:gd name="T61" fmla="*/ 280 h 666"/>
                <a:gd name="T62" fmla="*/ 38 w 596"/>
                <a:gd name="T63" fmla="*/ 349 h 66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55341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8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55343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Verdana" charset="0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5344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latin typeface="Verdana" charset="0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5345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Verdana" charset="0"/>
              </a:defRPr>
            </a:lvl1pPr>
          </a:lstStyle>
          <a:p>
            <a:pPr>
              <a:defRPr/>
            </a:pPr>
            <a:fld id="{781F70B2-E00F-441D-AC61-73DCF9774E8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Verdan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sanka.ua/" TargetMode="External"/><Relationship Id="rId2" Type="http://schemas.openxmlformats.org/officeDocument/2006/relationships/hyperlink" Target="http://www.lemko.org.u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hyperlink" Target="http://www.kmstudio.com.ua/" TargetMode="External"/><Relationship Id="rId4" Type="http://schemas.openxmlformats.org/officeDocument/2006/relationships/hyperlink" Target="http://www.oratania.com.ua/pysanka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AutoShape 6"/>
          <p:cNvSpPr>
            <a:spLocks noChangeArrowheads="1" noChangeShapeType="1" noTextEdit="1"/>
          </p:cNvSpPr>
          <p:nvPr/>
        </p:nvSpPr>
        <p:spPr bwMode="auto">
          <a:xfrm>
            <a:off x="2716213" y="1677988"/>
            <a:ext cx="6205537" cy="2190750"/>
          </a:xfrm>
          <a:prstGeom prst="rect">
            <a:avLst/>
          </a:prstGeom>
        </p:spPr>
        <p:txBody>
          <a:bodyPr wrap="none" fromWordArt="1" anchor="b">
            <a:prstTxWarp prst="textDoubleWave1">
              <a:avLst>
                <a:gd name="adj1" fmla="val 6500"/>
                <a:gd name="adj2" fmla="val 259"/>
              </a:avLst>
            </a:prstTxWarp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ru-RU" sz="2800" b="1" kern="10" spc="-280" dirty="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blurRad="63500" dist="125724" dir="18900000" algn="ctr" rotWithShape="0">
                    <a:srgbClr val="000099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 ______ ____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ru-RU" sz="2800" b="1" kern="10" spc="-280" dirty="0" err="1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blurRad="63500" dist="125724" dir="18900000" algn="ctr" rotWithShape="0">
                    <a:srgbClr val="000099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____________</a:t>
            </a:r>
            <a:r>
              <a:rPr lang="ru-RU" sz="2800" b="1" kern="10" spc="-280" dirty="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blurRad="63500" dist="125724" dir="18900000" algn="ctr" rotWithShape="0">
                    <a:srgbClr val="000099">
                      <a:alpha val="74998"/>
                    </a:srgbClr>
                  </a:outerShdw>
                </a:effectLst>
                <a:latin typeface="Impact" charset="0"/>
                <a:ea typeface="Impact" charset="0"/>
                <a:cs typeface="Impact" charset="0"/>
              </a:rPr>
              <a:t>  ______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995738" y="692150"/>
            <a:ext cx="4932362" cy="9350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uk-UA" altLang="ru-RU" sz="1600" smtClean="0"/>
              <a:t>Писанки вивчали і виготовляли:</a:t>
            </a:r>
            <a:br>
              <a:rPr lang="uk-UA" altLang="ru-RU" sz="1600" smtClean="0"/>
            </a:br>
            <a:r>
              <a:rPr lang="uk-UA" altLang="ru-RU" sz="1600" smtClean="0"/>
              <a:t>Надійка, Петрусь, Ніна, Наталя </a:t>
            </a:r>
          </a:p>
          <a:p>
            <a:pPr eaLnBrk="1" hangingPunct="1">
              <a:lnSpc>
                <a:spcPct val="90000"/>
              </a:lnSpc>
            </a:pPr>
            <a:r>
              <a:rPr lang="uk-UA" altLang="ru-RU" sz="1600" smtClean="0"/>
              <a:t>Учні 6-Б класу м.Тернополя</a:t>
            </a:r>
            <a:endParaRPr lang="ru-RU" altLang="ru-RU" sz="1600" smtClean="0"/>
          </a:p>
        </p:txBody>
      </p:sp>
      <p:pic>
        <p:nvPicPr>
          <p:cNvPr id="3075" name="Picture 9" descr="zoria0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79488"/>
            <a:ext cx="2716213" cy="358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213100"/>
            <a:ext cx="8137525" cy="863600"/>
          </a:xfrm>
        </p:spPr>
        <p:txBody>
          <a:bodyPr/>
          <a:lstStyle/>
          <a:p>
            <a:pPr eaLnBrk="1" hangingPunct="1">
              <a:defRPr/>
            </a:pPr>
            <a:r>
              <a:rPr lang="uk-UA" altLang="ru-RU" sz="2800" smtClean="0"/>
              <a:t>Шануючи  традиції і мистецтво ПИСАНКИ, </a:t>
            </a:r>
            <a:br>
              <a:rPr lang="uk-UA" altLang="ru-RU" sz="2800" smtClean="0"/>
            </a:br>
            <a:r>
              <a:rPr lang="uk-UA" altLang="ru-RU" sz="2800" smtClean="0"/>
              <a:t>ми шукали відповіді на питання:</a:t>
            </a:r>
            <a:endParaRPr lang="ru-RU" altLang="ru-RU" sz="2800" smtClean="0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2555875" y="1484313"/>
            <a:ext cx="63373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Verdana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Verdana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Verdana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Verdana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charset="0"/>
              </a:defRPr>
            </a:lvl9pPr>
          </a:lstStyle>
          <a:p>
            <a:pPr algn="l" eaLnBrk="1" hangingPunct="1">
              <a:defRPr/>
            </a:pPr>
            <a:endParaRPr lang="uk-UA" altLang="ru-RU" sz="2400" smtClean="0"/>
          </a:p>
          <a:p>
            <a:pPr algn="l" eaLnBrk="1" hangingPunct="1">
              <a:defRPr/>
            </a:pPr>
            <a:r>
              <a:rPr lang="uk-UA" altLang="ru-RU" sz="2400" smtClean="0"/>
              <a:t> 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4213" y="4149725"/>
            <a:ext cx="6624637" cy="2260600"/>
          </a:xfrm>
        </p:spPr>
        <p:txBody>
          <a:bodyPr/>
          <a:lstStyle/>
          <a:p>
            <a:pPr eaLnBrk="1" hangingPunct="1"/>
            <a:r>
              <a:rPr lang="uk-UA" altLang="ru-RU" sz="2400" smtClean="0"/>
              <a:t>Що таке писанка?</a:t>
            </a:r>
          </a:p>
          <a:p>
            <a:pPr eaLnBrk="1" hangingPunct="1"/>
            <a:r>
              <a:rPr lang="uk-UA" altLang="ru-RU" sz="2400" smtClean="0"/>
              <a:t>Які є види орнаментованих яєць?</a:t>
            </a:r>
          </a:p>
          <a:p>
            <a:pPr eaLnBrk="1" hangingPunct="1"/>
            <a:r>
              <a:rPr lang="uk-UA" altLang="ru-RU" sz="2400" smtClean="0"/>
              <a:t>Які види писанок характерні для мого краю?</a:t>
            </a:r>
          </a:p>
          <a:p>
            <a:pPr eaLnBrk="1" hangingPunct="1"/>
            <a:r>
              <a:rPr lang="uk-UA" altLang="ru-RU" sz="2400" smtClean="0"/>
              <a:t>Хто  вміє робити писанку?</a:t>
            </a:r>
          </a:p>
          <a:p>
            <a:pPr eaLnBrk="1" hangingPunct="1"/>
            <a:endParaRPr lang="ru-RU" altLang="ru-RU" smtClean="0"/>
          </a:p>
        </p:txBody>
      </p:sp>
      <p:pic>
        <p:nvPicPr>
          <p:cNvPr id="4100" name="Picture 7" descr="zoria0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378075" cy="314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2551113" y="765175"/>
            <a:ext cx="596265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/>
            <a:r>
              <a:rPr lang="uk-UA" altLang="ru-RU" sz="3600" b="1"/>
              <a:t>Писанка: </a:t>
            </a:r>
            <a:br>
              <a:rPr lang="uk-UA" altLang="ru-RU" sz="3600" b="1"/>
            </a:br>
            <a:r>
              <a:rPr lang="uk-UA" altLang="ru-RU" sz="3600" b="1"/>
              <a:t>Українська традиція </a:t>
            </a:r>
            <a:br>
              <a:rPr lang="uk-UA" altLang="ru-RU" sz="3600" b="1"/>
            </a:br>
            <a:r>
              <a:rPr lang="uk-UA" altLang="ru-RU" sz="3600" b="1"/>
              <a:t>чи витвір мистецтва ?</a:t>
            </a:r>
            <a:endParaRPr lang="ru-RU" altLang="ru-RU" sz="3600" b="1"/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>
            <a:off x="2555875" y="2852738"/>
            <a:ext cx="59039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16113"/>
            <a:ext cx="8893175" cy="647700"/>
          </a:xfrm>
        </p:spPr>
        <p:txBody>
          <a:bodyPr/>
          <a:lstStyle/>
          <a:p>
            <a:pPr eaLnBrk="1" hangingPunct="1">
              <a:defRPr/>
            </a:pPr>
            <a:r>
              <a:rPr lang="uk-UA" altLang="ru-RU" sz="2000" i="1" smtClean="0">
                <a:solidFill>
                  <a:schemeClr val="tx1"/>
                </a:solidFill>
              </a:rPr>
              <a:t>Далі встановили</a:t>
            </a:r>
            <a:r>
              <a:rPr lang="uk-UA" altLang="ru-RU" sz="2000" smtClean="0">
                <a:solidFill>
                  <a:schemeClr val="tx1"/>
                </a:solidFill>
              </a:rPr>
              <a:t>,</a:t>
            </a:r>
            <a:r>
              <a:rPr lang="uk-UA" altLang="ru-RU" sz="2000" smtClean="0"/>
              <a:t> що для оздоблення писанок   найчастіше використовують  такі </a:t>
            </a:r>
            <a:r>
              <a:rPr lang="en-US" altLang="ru-RU" sz="2000" smtClean="0"/>
              <a:t>  </a:t>
            </a:r>
            <a:r>
              <a:rPr lang="uk-UA" altLang="ru-RU" sz="2000" smtClean="0"/>
              <a:t>знаки-символи :</a:t>
            </a:r>
            <a:endParaRPr lang="ru-RU" altLang="ru-RU" sz="200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140200" y="2924175"/>
            <a:ext cx="4681538" cy="35274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uk-UA" altLang="ru-RU" sz="2000" b="1" i="1" smtClean="0">
                <a:solidFill>
                  <a:srgbClr val="D32C0B"/>
                </a:solidFill>
              </a:rPr>
              <a:t>Сонце, Зоря (природний візерунок)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uk-UA" altLang="ru-RU" sz="2000" b="1" i="1" smtClean="0">
              <a:solidFill>
                <a:srgbClr val="D32C0B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uk-UA" altLang="ru-RU" sz="2000" b="1" i="1" smtClean="0">
                <a:solidFill>
                  <a:srgbClr val="D32C0B"/>
                </a:solidFill>
              </a:rPr>
              <a:t>Дерево-життя (християнський візерунок)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uk-UA" altLang="ru-RU" sz="2000" b="1" i="1" smtClean="0">
              <a:solidFill>
                <a:srgbClr val="D32C0B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uk-UA" altLang="ru-RU" sz="2000" b="1" i="1" smtClean="0">
                <a:solidFill>
                  <a:srgbClr val="D32C0B"/>
                </a:solidFill>
              </a:rPr>
              <a:t>Квітки, вазон, деревце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uk-UA" altLang="ru-RU" sz="2000" b="1" i="1" smtClean="0">
                <a:solidFill>
                  <a:srgbClr val="D32C0B"/>
                </a:solidFill>
              </a:rPr>
              <a:t>(рослинний візерунок)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uk-UA" altLang="ru-RU" sz="2000" b="1" i="1" smtClean="0">
              <a:solidFill>
                <a:srgbClr val="D32C0B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uk-UA" altLang="ru-RU" sz="2000" b="1" i="1" smtClean="0">
                <a:solidFill>
                  <a:srgbClr val="D32C0B"/>
                </a:solidFill>
              </a:rPr>
              <a:t>Гадючка, Павучок (геометричний візерунок)</a:t>
            </a:r>
            <a:endParaRPr lang="ru-RU" altLang="ru-RU" sz="2000" b="1" i="1" smtClean="0">
              <a:solidFill>
                <a:srgbClr val="D32C0B"/>
              </a:solidFill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pic>
        <p:nvPicPr>
          <p:cNvPr id="593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708275"/>
            <a:ext cx="34575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9398" name="Group 6"/>
          <p:cNvGraphicFramePr>
            <a:graphicFrameLocks noGrp="1"/>
          </p:cNvGraphicFramePr>
          <p:nvPr/>
        </p:nvGraphicFramePr>
        <p:xfrm>
          <a:off x="0" y="0"/>
          <a:ext cx="207963" cy="571500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5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0" y="571500"/>
            <a:ext cx="1841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pic>
        <p:nvPicPr>
          <p:cNvPr id="5940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716338"/>
            <a:ext cx="35988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6" name="Rectangle 14"/>
          <p:cNvSpPr>
            <a:spLocks noChangeArrowheads="1"/>
          </p:cNvSpPr>
          <p:nvPr/>
        </p:nvSpPr>
        <p:spPr bwMode="auto">
          <a:xfrm>
            <a:off x="0" y="1887538"/>
            <a:ext cx="18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07" name="Rectangle 15"/>
          <p:cNvSpPr>
            <a:spLocks noChangeArrowheads="1"/>
          </p:cNvSpPr>
          <p:nvPr/>
        </p:nvSpPr>
        <p:spPr bwMode="auto">
          <a:xfrm>
            <a:off x="0" y="-1020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graphicFrame>
        <p:nvGraphicFramePr>
          <p:cNvPr id="59409" name="Group 17"/>
          <p:cNvGraphicFramePr>
            <a:graphicFrameLocks noGrp="1"/>
          </p:cNvGraphicFramePr>
          <p:nvPr/>
        </p:nvGraphicFramePr>
        <p:xfrm>
          <a:off x="0" y="-1020763"/>
          <a:ext cx="207963" cy="754063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754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15" name="Rectangle 23"/>
          <p:cNvSpPr>
            <a:spLocks noChangeArrowheads="1"/>
          </p:cNvSpPr>
          <p:nvPr/>
        </p:nvSpPr>
        <p:spPr bwMode="auto">
          <a:xfrm>
            <a:off x="0" y="-266700"/>
            <a:ext cx="1841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16" name="Rectangle 24"/>
          <p:cNvSpPr>
            <a:spLocks noChangeArrowheads="1"/>
          </p:cNvSpPr>
          <p:nvPr/>
        </p:nvSpPr>
        <p:spPr bwMode="auto">
          <a:xfrm>
            <a:off x="0" y="-1020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graphicFrame>
        <p:nvGraphicFramePr>
          <p:cNvPr id="59418" name="Group 26"/>
          <p:cNvGraphicFramePr>
            <a:graphicFrameLocks noGrp="1"/>
          </p:cNvGraphicFramePr>
          <p:nvPr/>
        </p:nvGraphicFramePr>
        <p:xfrm>
          <a:off x="0" y="649288"/>
          <a:ext cx="207963" cy="754062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7540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24" name="Rectangle 32"/>
          <p:cNvSpPr>
            <a:spLocks noChangeArrowheads="1"/>
          </p:cNvSpPr>
          <p:nvPr/>
        </p:nvSpPr>
        <p:spPr bwMode="auto">
          <a:xfrm>
            <a:off x="0" y="1403350"/>
            <a:ext cx="1841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25" name="Rectangle 33"/>
          <p:cNvSpPr>
            <a:spLocks noChangeArrowheads="1"/>
          </p:cNvSpPr>
          <p:nvPr/>
        </p:nvSpPr>
        <p:spPr bwMode="auto">
          <a:xfrm>
            <a:off x="0" y="-1020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graphicFrame>
        <p:nvGraphicFramePr>
          <p:cNvPr id="59427" name="Group 35"/>
          <p:cNvGraphicFramePr>
            <a:graphicFrameLocks noGrp="1"/>
          </p:cNvGraphicFramePr>
          <p:nvPr/>
        </p:nvGraphicFramePr>
        <p:xfrm>
          <a:off x="0" y="2319338"/>
          <a:ext cx="207963" cy="606425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606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33" name="Rectangle 41"/>
          <p:cNvSpPr>
            <a:spLocks noChangeArrowheads="1"/>
          </p:cNvSpPr>
          <p:nvPr/>
        </p:nvSpPr>
        <p:spPr bwMode="auto">
          <a:xfrm>
            <a:off x="0" y="2925763"/>
            <a:ext cx="1841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34" name="Rectangle 42"/>
          <p:cNvSpPr>
            <a:spLocks noChangeArrowheads="1"/>
          </p:cNvSpPr>
          <p:nvPr/>
        </p:nvSpPr>
        <p:spPr bwMode="auto">
          <a:xfrm>
            <a:off x="0" y="-1020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graphicFrame>
        <p:nvGraphicFramePr>
          <p:cNvPr id="59436" name="Group 44"/>
          <p:cNvGraphicFramePr>
            <a:graphicFrameLocks noGrp="1"/>
          </p:cNvGraphicFramePr>
          <p:nvPr/>
        </p:nvGraphicFramePr>
        <p:xfrm>
          <a:off x="0" y="3841750"/>
          <a:ext cx="207963" cy="593725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593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42" name="Rectangle 50"/>
          <p:cNvSpPr>
            <a:spLocks noChangeArrowheads="1"/>
          </p:cNvSpPr>
          <p:nvPr/>
        </p:nvSpPr>
        <p:spPr bwMode="auto">
          <a:xfrm>
            <a:off x="0" y="4435475"/>
            <a:ext cx="1841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43" name="Rectangle 51"/>
          <p:cNvSpPr>
            <a:spLocks noChangeArrowheads="1"/>
          </p:cNvSpPr>
          <p:nvPr/>
        </p:nvSpPr>
        <p:spPr bwMode="auto">
          <a:xfrm>
            <a:off x="0" y="-1020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graphicFrame>
        <p:nvGraphicFramePr>
          <p:cNvPr id="59445" name="Group 53"/>
          <p:cNvGraphicFramePr>
            <a:graphicFrameLocks noGrp="1"/>
          </p:cNvGraphicFramePr>
          <p:nvPr/>
        </p:nvGraphicFramePr>
        <p:xfrm>
          <a:off x="0" y="5351463"/>
          <a:ext cx="207963" cy="571500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5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51" name="Rectangle 59"/>
          <p:cNvSpPr>
            <a:spLocks noChangeArrowheads="1"/>
          </p:cNvSpPr>
          <p:nvPr/>
        </p:nvSpPr>
        <p:spPr bwMode="auto">
          <a:xfrm>
            <a:off x="0" y="5922963"/>
            <a:ext cx="1841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52" name="Rectangle 60"/>
          <p:cNvSpPr>
            <a:spLocks noChangeArrowheads="1"/>
          </p:cNvSpPr>
          <p:nvPr/>
        </p:nvSpPr>
        <p:spPr bwMode="auto">
          <a:xfrm>
            <a:off x="0" y="7239000"/>
            <a:ext cx="18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53" name="Rectangle 61"/>
          <p:cNvSpPr>
            <a:spLocks noChangeArrowheads="1"/>
          </p:cNvSpPr>
          <p:nvPr/>
        </p:nvSpPr>
        <p:spPr bwMode="auto">
          <a:xfrm>
            <a:off x="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graphicFrame>
        <p:nvGraphicFramePr>
          <p:cNvPr id="59455" name="Group 63"/>
          <p:cNvGraphicFramePr>
            <a:graphicFrameLocks noGrp="1"/>
          </p:cNvGraphicFramePr>
          <p:nvPr/>
        </p:nvGraphicFramePr>
        <p:xfrm>
          <a:off x="0" y="1135063"/>
          <a:ext cx="207963" cy="754062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7540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61" name="Rectangle 69"/>
          <p:cNvSpPr>
            <a:spLocks noChangeArrowheads="1"/>
          </p:cNvSpPr>
          <p:nvPr/>
        </p:nvSpPr>
        <p:spPr bwMode="auto">
          <a:xfrm>
            <a:off x="0" y="1889125"/>
            <a:ext cx="1841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62" name="Rectangle 70"/>
          <p:cNvSpPr>
            <a:spLocks noChangeArrowheads="1"/>
          </p:cNvSpPr>
          <p:nvPr/>
        </p:nvSpPr>
        <p:spPr bwMode="auto">
          <a:xfrm>
            <a:off x="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pic>
        <p:nvPicPr>
          <p:cNvPr id="59463" name="Picture 7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652963"/>
            <a:ext cx="3527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9464" name="Group 72"/>
          <p:cNvGraphicFramePr>
            <a:graphicFrameLocks noGrp="1"/>
          </p:cNvGraphicFramePr>
          <p:nvPr/>
        </p:nvGraphicFramePr>
        <p:xfrm>
          <a:off x="0" y="2805113"/>
          <a:ext cx="207963" cy="754062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7540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70" name="Rectangle 78"/>
          <p:cNvSpPr>
            <a:spLocks noChangeArrowheads="1"/>
          </p:cNvSpPr>
          <p:nvPr/>
        </p:nvSpPr>
        <p:spPr bwMode="auto">
          <a:xfrm>
            <a:off x="0" y="3559175"/>
            <a:ext cx="1841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  <a:p>
            <a:pPr>
              <a:defRPr/>
            </a:pPr>
            <a:endParaRPr lang="ru-RU" altLang="ru-RU">
              <a:latin typeface="Arial" charset="0"/>
            </a:endParaRPr>
          </a:p>
        </p:txBody>
      </p:sp>
      <p:sp>
        <p:nvSpPr>
          <p:cNvPr id="59471" name="Rectangle 79"/>
          <p:cNvSpPr>
            <a:spLocks noChangeArrowheads="1"/>
          </p:cNvSpPr>
          <p:nvPr/>
        </p:nvSpPr>
        <p:spPr bwMode="auto">
          <a:xfrm>
            <a:off x="0" y="113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endParaRPr lang="ru-RU">
              <a:latin typeface="Verdana" charset="0"/>
            </a:endParaRPr>
          </a:p>
        </p:txBody>
      </p:sp>
      <p:pic>
        <p:nvPicPr>
          <p:cNvPr id="59472" name="Picture 8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516563"/>
            <a:ext cx="3457575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9473" name="Group 81"/>
          <p:cNvGraphicFramePr>
            <a:graphicFrameLocks noGrp="1"/>
          </p:cNvGraphicFramePr>
          <p:nvPr/>
        </p:nvGraphicFramePr>
        <p:xfrm>
          <a:off x="0" y="4475163"/>
          <a:ext cx="207963" cy="606425"/>
        </p:xfrm>
        <a:graphic>
          <a:graphicData uri="http://schemas.openxmlformats.org/drawingml/2006/table">
            <a:tbl>
              <a:tblPr/>
              <a:tblGrid>
                <a:gridCol w="208002"/>
              </a:tblGrid>
              <a:tr h="606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Verdana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Verdana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Verdana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charset="0"/>
                      </a:endParaRPr>
                    </a:p>
                  </a:txBody>
                  <a:tcPr marL="91301" marR="9130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79" name="Rectangle 87"/>
          <p:cNvSpPr>
            <a:spLocks noChangeArrowheads="1"/>
          </p:cNvSpPr>
          <p:nvPr/>
        </p:nvSpPr>
        <p:spPr bwMode="auto">
          <a:xfrm>
            <a:off x="0" y="5081588"/>
            <a:ext cx="184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ru-RU" altLang="ru-RU">
                <a:latin typeface="Arial" charset="0"/>
              </a:rPr>
              <a:t/>
            </a:r>
            <a:br>
              <a:rPr lang="ru-RU" altLang="ru-RU">
                <a:latin typeface="Arial" charset="0"/>
              </a:rPr>
            </a:br>
            <a:endParaRPr lang="ru-RU" altLang="ru-RU">
              <a:latin typeface="Arial" charset="0"/>
            </a:endParaRPr>
          </a:p>
        </p:txBody>
      </p:sp>
      <p:pic>
        <p:nvPicPr>
          <p:cNvPr id="5165" name="Picture 88" descr="zoria0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650" y="0"/>
            <a:ext cx="229235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82" name="Rectangle 90"/>
          <p:cNvSpPr>
            <a:spLocks noChangeArrowheads="1"/>
          </p:cNvSpPr>
          <p:nvPr/>
        </p:nvSpPr>
        <p:spPr bwMode="auto">
          <a:xfrm>
            <a:off x="395288" y="260350"/>
            <a:ext cx="6481762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uk-UA" altLang="ru-RU" b="1" i="1">
                <a:latin typeface="Verdana" charset="0"/>
              </a:rPr>
              <a:t>Спочатку дізналися, що:</a:t>
            </a:r>
            <a:endParaRPr lang="en-US" altLang="ru-RU" b="1" i="1">
              <a:latin typeface="Verdana" charset="0"/>
            </a:endParaRPr>
          </a:p>
          <a:p>
            <a:pPr eaLnBrk="1" hangingPunct="1">
              <a:defRPr/>
            </a:pPr>
            <a:endParaRPr lang="en-US" altLang="ru-RU" b="1" i="1">
              <a:latin typeface="Verdana" charset="0"/>
            </a:endParaRPr>
          </a:p>
          <a:p>
            <a:pPr eaLnBrk="1" hangingPunct="1">
              <a:defRPr/>
            </a:pPr>
            <a:r>
              <a:rPr lang="uk-UA" altLang="ru-RU" b="1" i="1">
                <a:solidFill>
                  <a:schemeClr val="tx2"/>
                </a:solidFill>
                <a:latin typeface="Verdana" charset="0"/>
              </a:rPr>
              <a:t>Писанка </a:t>
            </a:r>
            <a:r>
              <a:rPr lang="uk-UA" altLang="ru-RU" i="1">
                <a:solidFill>
                  <a:schemeClr val="tx2"/>
                </a:solidFill>
                <a:latin typeface="Verdana" charset="0"/>
              </a:rPr>
              <a:t>– це розписане за</a:t>
            </a:r>
            <a:r>
              <a:rPr lang="en-US" altLang="ru-RU" i="1">
                <a:solidFill>
                  <a:schemeClr val="tx2"/>
                </a:solidFill>
                <a:latin typeface="Verdana" charset="0"/>
              </a:rPr>
              <a:t> </a:t>
            </a:r>
            <a:r>
              <a:rPr lang="uk-UA" altLang="ru-RU" i="1">
                <a:solidFill>
                  <a:schemeClr val="tx2"/>
                </a:solidFill>
                <a:latin typeface="Verdana" charset="0"/>
              </a:rPr>
              <a:t>допомогою  розтопленого</a:t>
            </a:r>
            <a:r>
              <a:rPr lang="en-US" altLang="ru-RU" i="1">
                <a:solidFill>
                  <a:schemeClr val="tx2"/>
                </a:solidFill>
                <a:latin typeface="Verdana" charset="0"/>
              </a:rPr>
              <a:t> </a:t>
            </a:r>
            <a:r>
              <a:rPr lang="uk-UA" altLang="ru-RU" i="1">
                <a:solidFill>
                  <a:schemeClr val="tx2"/>
                </a:solidFill>
                <a:latin typeface="Verdana" charset="0"/>
              </a:rPr>
              <a:t>воску, спеціального приладу</a:t>
            </a:r>
            <a:r>
              <a:rPr lang="en-US" altLang="ru-RU" i="1">
                <a:solidFill>
                  <a:schemeClr val="tx2"/>
                </a:solidFill>
                <a:latin typeface="Verdana" charset="0"/>
              </a:rPr>
              <a:t> </a:t>
            </a:r>
            <a:r>
              <a:rPr lang="uk-UA" altLang="ru-RU" i="1">
                <a:solidFill>
                  <a:schemeClr val="tx2"/>
                </a:solidFill>
                <a:latin typeface="Verdana" charset="0"/>
              </a:rPr>
              <a:t>(писачка)   та     барвників</a:t>
            </a:r>
            <a:r>
              <a:rPr lang="en-US" altLang="ru-RU" i="1">
                <a:solidFill>
                  <a:schemeClr val="tx2"/>
                </a:solidFill>
                <a:latin typeface="Verdana" charset="0"/>
              </a:rPr>
              <a:t> </a:t>
            </a:r>
            <a:r>
              <a:rPr lang="uk-UA" altLang="ru-RU" i="1">
                <a:solidFill>
                  <a:schemeClr val="tx2"/>
                </a:solidFill>
                <a:latin typeface="Verdana" charset="0"/>
              </a:rPr>
              <a:t>пташине яйце.</a:t>
            </a:r>
            <a:endParaRPr lang="ru-RU" altLang="ru-RU" i="1">
              <a:solidFill>
                <a:schemeClr val="tx2"/>
              </a:solidFill>
              <a:latin typeface="Verdana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20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2000"/>
                                        <p:tgtEl>
                                          <p:spTgt spid="5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2000"/>
                                        <p:tgtEl>
                                          <p:spTgt spid="5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9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5" descr="zoria0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1744663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1268413"/>
            <a:ext cx="583247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979613" y="476250"/>
            <a:ext cx="6624637" cy="865188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uk-UA" altLang="ru-RU" sz="2400" smtClean="0"/>
              <a:t>І врешті, опитували людей, щоб встановити хто вміє зробити писанку</a:t>
            </a:r>
            <a:endParaRPr lang="ru-RU" altLang="ru-RU" sz="2400" smtClean="0"/>
          </a:p>
        </p:txBody>
      </p:sp>
      <p:sp>
        <p:nvSpPr>
          <p:cNvPr id="6148" name="Rectangle 8"/>
          <p:cNvSpPr>
            <a:spLocks noChangeArrowheads="1"/>
          </p:cNvSpPr>
          <p:nvPr/>
        </p:nvSpPr>
        <p:spPr bwMode="auto">
          <a:xfrm>
            <a:off x="0" y="4724400"/>
            <a:ext cx="9144000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uk-UA" altLang="ru-RU" sz="2400"/>
              <a:t>	Виявилося, що зробити писанку зможе зробити кожен ДВАДЦЯТИЙ з опитаних і їх стає з кожним роком все менше. Хто ж навчить робити писанку наших нащадків? </a:t>
            </a:r>
            <a:r>
              <a:rPr lang="uk-UA" altLang="ru-RU" sz="2400" b="1"/>
              <a:t>Тільки МИ!</a:t>
            </a:r>
            <a:endParaRPr lang="ru-RU" altLang="ru-RU"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0338" y="476250"/>
            <a:ext cx="5997575" cy="20875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uk-UA" altLang="ru-RU" sz="1800" smtClean="0"/>
              <a:t>Кожен з нас пробував зробити свою писанку </a:t>
            </a:r>
          </a:p>
          <a:p>
            <a:pPr eaLnBrk="1" hangingPunct="1">
              <a:lnSpc>
                <a:spcPct val="80000"/>
              </a:lnSpc>
            </a:pPr>
            <a:r>
              <a:rPr lang="uk-UA" altLang="ru-RU" sz="1800" smtClean="0"/>
              <a:t>Нікому з нас не вдалося це зробити з першого разу </a:t>
            </a:r>
          </a:p>
          <a:p>
            <a:pPr eaLnBrk="1" hangingPunct="1">
              <a:lnSpc>
                <a:spcPct val="80000"/>
              </a:lnSpc>
            </a:pPr>
            <a:r>
              <a:rPr lang="uk-UA" altLang="ru-RU" sz="1800" smtClean="0"/>
              <a:t>Але найкращою вийшла та, яку ми робили всі разом</a:t>
            </a:r>
          </a:p>
          <a:p>
            <a:pPr eaLnBrk="1" hangingPunct="1">
              <a:lnSpc>
                <a:spcPct val="80000"/>
              </a:lnSpc>
            </a:pPr>
            <a:r>
              <a:rPr lang="uk-UA" altLang="ru-RU" sz="1800" smtClean="0"/>
              <a:t>На Великдень  ми подаруємо своїм родичам писанки, зроблені власними руками</a:t>
            </a:r>
          </a:p>
        </p:txBody>
      </p:sp>
      <p:pic>
        <p:nvPicPr>
          <p:cNvPr id="7170" name="Picture 6" descr="zoria0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60350"/>
            <a:ext cx="180022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395288" y="4508500"/>
            <a:ext cx="8280400" cy="79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uk-UA" altLang="ru-RU">
                <a:latin typeface="Verdana" charset="0"/>
              </a:rPr>
              <a:t>Ми навіть </a:t>
            </a:r>
            <a:r>
              <a:rPr lang="uk-UA" altLang="ru-RU" b="1">
                <a:latin typeface="Verdana" charset="0"/>
              </a:rPr>
              <a:t>експериментували</a:t>
            </a:r>
            <a:r>
              <a:rPr lang="uk-UA" altLang="ru-RU">
                <a:latin typeface="Verdana" charset="0"/>
              </a:rPr>
              <a:t> – попробували зробити писанку в стиль</a:t>
            </a:r>
            <a:r>
              <a:rPr lang="en-US" altLang="ru-RU">
                <a:latin typeface="Verdana" charset="0"/>
              </a:rPr>
              <a:t> hi-tec </a:t>
            </a:r>
            <a:r>
              <a:rPr lang="uk-UA" altLang="ru-RU">
                <a:latin typeface="Verdana" charset="0"/>
              </a:rPr>
              <a:t>. Судіть самі як нам це вдалося.</a:t>
            </a:r>
            <a:r>
              <a:rPr lang="uk-UA" altLang="ru-RU" sz="2800">
                <a:latin typeface="Verdana" charset="0"/>
              </a:rPr>
              <a:t> </a:t>
            </a:r>
            <a:endParaRPr lang="ru-RU" altLang="ru-RU" sz="2800">
              <a:latin typeface="Verdana" charset="0"/>
            </a:endParaRPr>
          </a:p>
        </p:txBody>
      </p:sp>
      <p:pic>
        <p:nvPicPr>
          <p:cNvPr id="7172" name="Picture 9" descr="7-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2419350"/>
            <a:ext cx="21907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2916238" y="3213100"/>
            <a:ext cx="2803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uk-UA" altLang="ru-RU">
                <a:solidFill>
                  <a:srgbClr val="D32C0B"/>
                </a:solidFill>
                <a:latin typeface="Verdana" charset="0"/>
              </a:rPr>
              <a:t>Наша ПЕРША писанка</a:t>
            </a:r>
            <a:endParaRPr lang="ru-RU" altLang="ru-RU">
              <a:solidFill>
                <a:srgbClr val="D32C0B"/>
              </a:solidFill>
              <a:latin typeface="Verdana" charset="0"/>
            </a:endParaRP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1116013" y="5734050"/>
            <a:ext cx="4556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uk-UA" altLang="ru-RU">
                <a:solidFill>
                  <a:srgbClr val="D32C0B"/>
                </a:solidFill>
              </a:rPr>
              <a:t>Наша </a:t>
            </a:r>
            <a:r>
              <a:rPr lang="en-US" altLang="ru-RU"/>
              <a:t>hi-tec</a:t>
            </a:r>
            <a:r>
              <a:rPr lang="uk-UA" altLang="ru-RU">
                <a:solidFill>
                  <a:srgbClr val="D32C0B"/>
                </a:solidFill>
              </a:rPr>
              <a:t> писанка,</a:t>
            </a:r>
            <a:br>
              <a:rPr lang="uk-UA" altLang="ru-RU">
                <a:solidFill>
                  <a:srgbClr val="D32C0B"/>
                </a:solidFill>
              </a:rPr>
            </a:br>
            <a:r>
              <a:rPr lang="uk-UA" altLang="ru-RU">
                <a:solidFill>
                  <a:srgbClr val="D32C0B"/>
                </a:solidFill>
              </a:rPr>
              <a:t>присвячена улюбленому комп</a:t>
            </a:r>
            <a:r>
              <a:rPr lang="en-US" altLang="ru-RU">
                <a:solidFill>
                  <a:srgbClr val="D32C0B"/>
                </a:solidFill>
              </a:rPr>
              <a:t>’</a:t>
            </a:r>
            <a:r>
              <a:rPr lang="uk-UA" altLang="ru-RU">
                <a:solidFill>
                  <a:srgbClr val="D32C0B"/>
                </a:solidFill>
              </a:rPr>
              <a:t>ютеру</a:t>
            </a:r>
            <a:endParaRPr lang="ru-RU" altLang="ru-RU">
              <a:solidFill>
                <a:srgbClr val="D32C0B"/>
              </a:solidFill>
            </a:endParaRPr>
          </a:p>
        </p:txBody>
      </p:sp>
      <p:pic>
        <p:nvPicPr>
          <p:cNvPr id="7175" name="Picture 13" descr="11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357772">
            <a:off x="5940425" y="5013325"/>
            <a:ext cx="2592388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4005263"/>
            <a:ext cx="9144000" cy="26638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uk-UA" altLang="ru-RU" sz="4000" smtClean="0"/>
              <a:t>	</a:t>
            </a:r>
            <a:r>
              <a:rPr lang="uk-UA" altLang="ru-RU" sz="2000" b="1" smtClean="0"/>
              <a:t>Найчастіше  у нашому краї готують крашанку, рідше – писанку , і дуже рідко шкрябанку.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uk-UA" altLang="ru-RU" sz="2000" b="1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uk-UA" altLang="ru-RU" sz="2000" b="1" smtClean="0"/>
              <a:t>   На Тернопіллі найбільше у писанках використовують геометричні візерунки.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uk-UA" altLang="ru-RU" sz="2000" b="1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uk-UA" altLang="ru-RU" sz="2000" b="1" smtClean="0"/>
              <a:t>         А зараз ми вчимося робити шкрябанку! О!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000" smtClean="0"/>
          </a:p>
        </p:txBody>
      </p:sp>
      <p:pic>
        <p:nvPicPr>
          <p:cNvPr id="8194" name="Picture 5" descr="zoria0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2716213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3132138" y="333375"/>
            <a:ext cx="6264275" cy="380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uk-UA" altLang="ru-RU" sz="3200" b="1" u="sng">
                <a:latin typeface="Verdana" charset="0"/>
              </a:rPr>
              <a:t>МИ ДІЗНАЛИСЯ</a:t>
            </a:r>
            <a:r>
              <a:rPr lang="uk-UA" altLang="ru-RU" sz="3200" b="1">
                <a:latin typeface="Verdana" charset="0"/>
              </a:rPr>
              <a:t>:</a:t>
            </a:r>
          </a:p>
          <a:p>
            <a:pPr eaLnBrk="1" hangingPunct="1">
              <a:defRPr/>
            </a:pPr>
            <a:endParaRPr lang="uk-UA" altLang="ru-RU" sz="3200" b="1">
              <a:latin typeface="Verdana" charset="0"/>
            </a:endParaRPr>
          </a:p>
          <a:p>
            <a:pPr eaLnBrk="1" hangingPunct="1">
              <a:defRPr/>
            </a:pPr>
            <a:r>
              <a:rPr lang="uk-UA" altLang="ru-RU" sz="2400" b="1">
                <a:latin typeface="Verdana" charset="0"/>
              </a:rPr>
              <a:t>Єдиний у світі музей писанок знаходиться у м.Коломия (Івано-Франківська обл.).</a:t>
            </a:r>
          </a:p>
          <a:p>
            <a:pPr eaLnBrk="1" hangingPunct="1">
              <a:defRPr/>
            </a:pPr>
            <a:endParaRPr lang="uk-UA" altLang="ru-RU" sz="2400" b="1">
              <a:latin typeface="Verdana" charset="0"/>
            </a:endParaRPr>
          </a:p>
          <a:p>
            <a:pPr eaLnBrk="1" hangingPunct="1">
              <a:defRPr/>
            </a:pPr>
            <a:r>
              <a:rPr lang="uk-UA" altLang="ru-RU" sz="2400" b="1">
                <a:latin typeface="Verdana" charset="0"/>
              </a:rPr>
              <a:t>Мистецтво писанкарства швидко зникає.</a:t>
            </a:r>
          </a:p>
          <a:p>
            <a:pPr eaLnBrk="1" hangingPunct="1">
              <a:spcBef>
                <a:spcPct val="50000"/>
              </a:spcBef>
              <a:defRPr/>
            </a:pPr>
            <a:endParaRPr lang="ru-RU" altLang="ru-RU" sz="2400" b="1">
              <a:latin typeface="Verdana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uk-UA" altLang="ru-RU" smtClean="0"/>
              <a:t>Джерела.</a:t>
            </a:r>
            <a:endParaRPr lang="ru-RU" altLang="ru-RU" smtClean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00338" y="2636838"/>
            <a:ext cx="5986462" cy="3268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mtClean="0">
                <a:solidFill>
                  <a:schemeClr val="tx2"/>
                </a:solidFill>
                <a:hlinkClick r:id="rId2"/>
              </a:rPr>
              <a:t>www.lemko.org.ua</a:t>
            </a:r>
            <a:endParaRPr lang="ru-RU" altLang="ru-RU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ru-RU" altLang="ru-RU" smtClean="0">
                <a:solidFill>
                  <a:schemeClr val="tx2"/>
                </a:solidFill>
                <a:hlinkClick r:id="rId3"/>
              </a:rPr>
              <a:t>www.pysanka.ua</a:t>
            </a:r>
            <a:endParaRPr lang="ru-RU" altLang="ru-RU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ru-RU" altLang="ru-RU" smtClean="0">
                <a:solidFill>
                  <a:schemeClr val="tx2"/>
                </a:solidFill>
                <a:hlinkClick r:id="rId4"/>
              </a:rPr>
              <a:t>www.oratania.com.ua/pysanka.php</a:t>
            </a:r>
            <a:endParaRPr lang="ru-RU" altLang="ru-RU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ru-RU" altLang="ru-RU" smtClean="0">
                <a:solidFill>
                  <a:schemeClr val="tx2"/>
                </a:solidFill>
                <a:hlinkClick r:id="rId5"/>
              </a:rPr>
              <a:t>www.kmstudio.com.ua</a:t>
            </a:r>
            <a:endParaRPr lang="ru-RU" altLang="ru-RU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mtClean="0"/>
          </a:p>
        </p:txBody>
      </p:sp>
      <p:pic>
        <p:nvPicPr>
          <p:cNvPr id="9219" name="Picture 4" descr="zoria0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0350"/>
            <a:ext cx="2716213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Шары">
  <a:themeElements>
    <a:clrScheme name="Шары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Шары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Шары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Шары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Шары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Шары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Шары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Шары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Шары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Шары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Шары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208</Words>
  <Application>Microsoft Office PowerPoint</Application>
  <PresentationFormat>Экран (4:3)</PresentationFormat>
  <Paragraphs>58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Verdana</vt:lpstr>
      <vt:lpstr>Arial</vt:lpstr>
      <vt:lpstr>Calibri</vt:lpstr>
      <vt:lpstr>Шары</vt:lpstr>
      <vt:lpstr>Презентация PowerPoint</vt:lpstr>
      <vt:lpstr>Шануючи  традиції і мистецтво ПИСАНКИ,  ми шукали відповіді на питання:</vt:lpstr>
      <vt:lpstr>Далі встановили, що для оздоблення писанок   найчастіше використовують  такі   знаки-символи :</vt:lpstr>
      <vt:lpstr>Презентация PowerPoint</vt:lpstr>
      <vt:lpstr>Презентация PowerPoint</vt:lpstr>
      <vt:lpstr>Презентация PowerPoint</vt:lpstr>
      <vt:lpstr>Джерела.</vt:lpstr>
    </vt:vector>
  </TitlesOfParts>
  <Company>TNPU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fizmat</dc:creator>
  <cp:lastModifiedBy>Ольга Барна</cp:lastModifiedBy>
  <cp:revision>12</cp:revision>
  <dcterms:created xsi:type="dcterms:W3CDTF">2007-02-11T10:06:38Z</dcterms:created>
  <dcterms:modified xsi:type="dcterms:W3CDTF">2017-11-23T21:17:02Z</dcterms:modified>
</cp:coreProperties>
</file>
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8" r:id="rId5"/>
    <p:sldId id="265" r:id="rId6"/>
    <p:sldId id="264" r:id="rId7"/>
    <p:sldId id="266" r:id="rId8"/>
    <p:sldId id="267" r:id="rId9"/>
    <p:sldId id="263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6BCD8-500A-4A4E-9F98-2A348189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94AEAB8-F1C0-425D-B75D-139150708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684772D-0E6B-4DDA-8EE7-6FC33A2D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EAAE0FE-C622-439D-B677-3A25930A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029A4D-1680-4170-BC31-FFEBA525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783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DCEDA-2B37-4BBC-AC3F-AD5A1F46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E592FF-9EE6-4510-B8B1-99791FCB4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29262D-D8BD-49CA-BB87-8B5C6BB8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39AB93-D64D-44E9-B51E-5B4BCA8A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02BB439-1EBB-4522-9FED-FB9F7B0B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92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595F4-9812-4757-9D8A-E9AB95E0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1F0617A-EF5B-435C-AA36-AA841DFA9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1204673-79F3-4DDB-B4DE-0056E334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751EFA2-BFFA-4881-B81E-7F6E8180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AE5886-966E-4ECD-BE83-02B7DA08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478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E72B6-1DFD-484C-9477-0CF7051C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01E1D19-076C-4D6F-B464-8D6F26384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1E25CB0-D845-4B0C-81F3-943884CC1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0B4F29-E8A7-49FA-A0E5-0A8DEAC3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D177950-98EF-46A3-B986-C0858EA7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C94A959-28DB-4A1A-92D1-CCA5B55E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509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B7BA6-748C-46E5-99F9-908CE165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45E0D4C-2B83-4960-8F04-550ADB67D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E76814F-B556-4ADD-8FF8-65BD12A5A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943D2F1-37B5-42F7-B7F4-58A24D580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912681A-7AB0-4BFB-AB24-56F4EA104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563121E-F330-4CC4-8D64-6E9CCE7C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87D5098-CB09-4110-A1D8-325D6636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63F481D-87AF-46CC-B6DA-986701F2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59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2E867-A945-4836-B02F-13E29EB1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869EDF0-3325-4487-B546-54B3C8A6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A4A2301-C4A4-4E29-B850-1A8F9F19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3135D22-C7F7-4097-9D4D-07B34EA4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54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2ABDCA2-4CCD-4E83-9946-17D2EDB3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A65F4EB-3DFF-4C53-A904-8A00A5BB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B6FD2DA-C37C-4E8E-A61A-1E02D13E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4545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6CD48-3FC0-41FA-92B2-56EE675F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EC2890-F795-4E8C-9FC4-89BCB2C7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39AE61-B713-4559-9BB0-3567A432B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37E3AC3-AF45-4436-A33E-12951E410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210B71-5F4E-4C9F-A65D-C334BC1B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8BD6317-5136-434E-9909-8447DF4E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92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80CDE-1F23-4B69-86FC-6EFB90D0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48BDB80-65B4-4D61-962E-DC0682DD0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B620339-2D5E-422D-9AFD-1385940AB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81A627B-CB36-43E7-9570-CABADEE2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CCA8103-6120-42E6-9429-F64A8754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B49643B-C9EA-47B5-A4EB-DA2DC111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957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4F75C-81E0-4CD8-A3A6-65234E23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059CDA4-E652-4EEF-B195-B60467D67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FF5A471-90FF-4353-B567-E9CA0E67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350569B-AE2B-449A-AC81-BA375A3D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DE2493-3091-42AB-B95D-CEE4436C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805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D78DE8A-0DB0-4155-A5EC-7CD8D2226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B2D8B2A-AB3B-4CD1-9511-23041CB60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0B55CE-E2F3-4035-BD42-00E6F767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FB3FAF5-B607-493C-8D4C-E4C875C9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BEB37D-6D47-4497-A06E-07AB2F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999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A4473B7-9D83-4AD1-BF14-E942BD2B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AB85653-685D-4473-8568-5C1C850FD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E91878D-54EC-4583-8D68-BA40BD4E6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F4584-184A-4D62-BA6A-5887FFC1C09E}" type="datetimeFigureOut">
              <a:rPr lang="uk-UA" smtClean="0"/>
              <a:t>19.05.2026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D52AD67-2737-44F5-9E58-B649E7C81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7F7F478-E2E9-4AD7-A5C7-D349B5435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1B644-2CBC-4786-B329-363775DCBE1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254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  <p:sp>
        <p:nvSpPr>
          <p:cNvPr id="6" name="Прямокутник: округлені кути 5">
            <a:extLst>
              <a:ext uri="{FF2B5EF4-FFF2-40B4-BE49-F238E27FC236}">
                <a16:creationId xmlns:a16="http://schemas.microsoft.com/office/drawing/2014/main" id="{545CB77C-E82A-43F8-9201-300A7B048AAD}"/>
              </a:ext>
            </a:extLst>
          </p:cNvPr>
          <p:cNvSpPr/>
          <p:nvPr/>
        </p:nvSpPr>
        <p:spPr>
          <a:xfrm>
            <a:off x="2852928" y="1801368"/>
            <a:ext cx="6519672" cy="27889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МАМИНА КАЗКА ПРО БІЛОЧКУ</a:t>
            </a:r>
          </a:p>
        </p:txBody>
      </p:sp>
      <p:sp>
        <p:nvSpPr>
          <p:cNvPr id="7" name="Прямокутник: округлені кути 6">
            <a:extLst>
              <a:ext uri="{FF2B5EF4-FFF2-40B4-BE49-F238E27FC236}">
                <a16:creationId xmlns:a16="http://schemas.microsoft.com/office/drawing/2014/main" id="{C0F33B5C-8122-4BF5-BC56-84E1ABACC2ED}"/>
              </a:ext>
            </a:extLst>
          </p:cNvPr>
          <p:cNvSpPr/>
          <p:nvPr/>
        </p:nvSpPr>
        <p:spPr>
          <a:xfrm>
            <a:off x="6318504" y="5696712"/>
            <a:ext cx="5529072" cy="9006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3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Виконав: </a:t>
            </a:r>
            <a:r>
              <a:rPr lang="uk-UA" sz="32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Коцюрко</a:t>
            </a:r>
            <a:r>
              <a:rPr lang="uk-UA" sz="3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Р.</a:t>
            </a:r>
          </a:p>
        </p:txBody>
      </p:sp>
    </p:spTree>
    <p:extLst>
      <p:ext uri="{BB962C8B-B14F-4D97-AF65-F5344CB8AC3E}">
        <p14:creationId xmlns:p14="http://schemas.microsoft.com/office/powerpoint/2010/main" val="47115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52A977-26B8-4844-8109-1C526022F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132" y="4333782"/>
            <a:ext cx="2569341" cy="25853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946726-B3E6-43C2-A5EA-E8055540B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60" y="2103121"/>
            <a:ext cx="3564811" cy="37037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56243C-16D6-4770-A74F-A4CD16E8B4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16" y="66289"/>
            <a:ext cx="5964149" cy="649159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20D2F2-9A8F-4E1D-8EC9-C701102614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72" y="5012133"/>
            <a:ext cx="2828544" cy="200093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CE609E9-1D57-4A73-B079-B71D734149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9903"/>
            <a:ext cx="3995737" cy="31223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8F67D1-F6D0-4413-98B8-83C03A067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669" y="4578256"/>
            <a:ext cx="752554" cy="752554"/>
          </a:xfrm>
          <a:prstGeom prst="rect">
            <a:avLst/>
          </a:prstGeom>
        </p:spPr>
      </p:pic>
      <p:sp>
        <p:nvSpPr>
          <p:cNvPr id="15" name="Прямокутник: округлені кути 14">
            <a:extLst>
              <a:ext uri="{FF2B5EF4-FFF2-40B4-BE49-F238E27FC236}">
                <a16:creationId xmlns:a16="http://schemas.microsoft.com/office/drawing/2014/main" id="{F452F3FC-C5C1-41DD-A855-1912422A18FF}"/>
              </a:ext>
            </a:extLst>
          </p:cNvPr>
          <p:cNvSpPr/>
          <p:nvPr/>
        </p:nvSpPr>
        <p:spPr>
          <a:xfrm>
            <a:off x="302042" y="147515"/>
            <a:ext cx="11466286" cy="12748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 одному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лісі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жила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Білочка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Вона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дуже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любила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гратися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своїми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друзями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лісовими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звірятками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холодну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зиму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Білочка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збирала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горішки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і клала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їх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у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своє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дупло 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дереві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uk-UA" sz="2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259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F3517D-97C0-451C-AC20-C6F10E705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132" y="4333782"/>
            <a:ext cx="2569341" cy="25853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AC2A85-1845-40B7-AECA-3E53E5F5B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16" y="66289"/>
            <a:ext cx="5964149" cy="6491591"/>
          </a:xfrm>
          <a:prstGeom prst="rect">
            <a:avLst/>
          </a:prstGeom>
        </p:spPr>
      </p:pic>
      <p:sp>
        <p:nvSpPr>
          <p:cNvPr id="3" name="Прямокутник: округлені кути 2">
            <a:extLst>
              <a:ext uri="{FF2B5EF4-FFF2-40B4-BE49-F238E27FC236}">
                <a16:creationId xmlns:a16="http://schemas.microsoft.com/office/drawing/2014/main" id="{14114913-6D7A-497A-9496-92FAF722D8D1}"/>
              </a:ext>
            </a:extLst>
          </p:cNvPr>
          <p:cNvSpPr/>
          <p:nvPr/>
        </p:nvSpPr>
        <p:spPr>
          <a:xfrm>
            <a:off x="302042" y="147515"/>
            <a:ext cx="11466286" cy="12748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Одного разу вона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повернулася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з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лісу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та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побачила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її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горішків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немає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Білочка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так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засмутилася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аж заплакала.</a:t>
            </a:r>
            <a:endParaRPr lang="uk-UA" sz="2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Бульбашка прямої мови: прямокутна 1">
            <a:extLst>
              <a:ext uri="{FF2B5EF4-FFF2-40B4-BE49-F238E27FC236}">
                <a16:creationId xmlns:a16="http://schemas.microsoft.com/office/drawing/2014/main" id="{2AF789CB-AF44-45E9-8EBE-743EACD5BAB2}"/>
              </a:ext>
            </a:extLst>
          </p:cNvPr>
          <p:cNvSpPr/>
          <p:nvPr/>
        </p:nvSpPr>
        <p:spPr>
          <a:xfrm>
            <a:off x="4086225" y="2990850"/>
            <a:ext cx="4019550" cy="1495425"/>
          </a:xfrm>
          <a:prstGeom prst="wedgeRectCallout">
            <a:avLst>
              <a:gd name="adj1" fmla="val 6418"/>
              <a:gd name="adj2" fmla="val 87978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Дупло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пусте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 Куди ж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поділись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мої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горішки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uk-UA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962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52A977-26B8-4844-8109-1C526022F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132" y="4333782"/>
            <a:ext cx="2569341" cy="25853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56243C-16D6-4770-A74F-A4CD16E8B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16" y="66289"/>
            <a:ext cx="5964149" cy="649159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20D2F2-9A8F-4E1D-8EC9-C701102614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72" y="5012133"/>
            <a:ext cx="2828544" cy="2000933"/>
          </a:xfrm>
          <a:prstGeom prst="rect">
            <a:avLst/>
          </a:prstGeom>
        </p:spPr>
      </p:pic>
      <p:sp>
        <p:nvSpPr>
          <p:cNvPr id="15" name="Прямокутник: округлені кути 14">
            <a:extLst>
              <a:ext uri="{FF2B5EF4-FFF2-40B4-BE49-F238E27FC236}">
                <a16:creationId xmlns:a16="http://schemas.microsoft.com/office/drawing/2014/main" id="{F452F3FC-C5C1-41DD-A855-1912422A18FF}"/>
              </a:ext>
            </a:extLst>
          </p:cNvPr>
          <p:cNvSpPr/>
          <p:nvPr/>
        </p:nvSpPr>
        <p:spPr>
          <a:xfrm>
            <a:off x="302042" y="147515"/>
            <a:ext cx="11466286" cy="12748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Але треба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було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щось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робити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Витерла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вона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очі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хустинкою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та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пішла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шукати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зниклі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горішки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n-US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 на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зустріч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їй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йде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Їжачок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Побачив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він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в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Білочки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очі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засмучені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та </a:t>
            </a:r>
            <a:r>
              <a:rPr lang="ru-RU" sz="2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питає</a:t>
            </a:r>
            <a:r>
              <a:rPr lang="ru-RU" sz="2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uk-UA" sz="2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Бульбашка прямої мови: прямокутна 10">
            <a:extLst>
              <a:ext uri="{FF2B5EF4-FFF2-40B4-BE49-F238E27FC236}">
                <a16:creationId xmlns:a16="http://schemas.microsoft.com/office/drawing/2014/main" id="{DEA5F496-DC56-4E5D-AF2E-37355E75DB5C}"/>
              </a:ext>
            </a:extLst>
          </p:cNvPr>
          <p:cNvSpPr/>
          <p:nvPr/>
        </p:nvSpPr>
        <p:spPr>
          <a:xfrm>
            <a:off x="6035185" y="3067050"/>
            <a:ext cx="4019550" cy="1495425"/>
          </a:xfrm>
          <a:prstGeom prst="wedgeRectCallout">
            <a:avLst>
              <a:gd name="adj1" fmla="val -23914"/>
              <a:gd name="adj2" fmla="val 99443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Білочка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ти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чого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така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сумна</a:t>
            </a:r>
            <a:r>
              <a:rPr lang="ru-RU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uk-UA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Бульбашка прямої мови: прямокутна 12">
            <a:extLst>
              <a:ext uri="{FF2B5EF4-FFF2-40B4-BE49-F238E27FC236}">
                <a16:creationId xmlns:a16="http://schemas.microsoft.com/office/drawing/2014/main" id="{1B9BCD63-8D42-4806-BBB6-B47903E60CC1}"/>
              </a:ext>
            </a:extLst>
          </p:cNvPr>
          <p:cNvSpPr/>
          <p:nvPr/>
        </p:nvSpPr>
        <p:spPr>
          <a:xfrm>
            <a:off x="828675" y="2447926"/>
            <a:ext cx="5145695" cy="1824676"/>
          </a:xfrm>
          <a:prstGeom prst="wedgeRectCallout">
            <a:avLst>
              <a:gd name="adj1" fmla="val 35565"/>
              <a:gd name="adj2" fmla="val 91800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Ой,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Їжачок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 Були в мене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горішки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зібрані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на зиму. А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сьогодні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я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прийшла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з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лісу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додому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а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їх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немає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мені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робити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Що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я буду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їсти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взимку</a:t>
            </a:r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uk-UA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235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8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7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3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A7591-9BB8-4024-B230-4D5E0BCB7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5"/>
          <a:stretch/>
        </p:blipFill>
        <p:spPr>
          <a:xfrm>
            <a:off x="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38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148</Words>
  <Application>Microsoft Office PowerPoint</Application>
  <PresentationFormat>Широкий екран</PresentationFormat>
  <Paragraphs>8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Roman</dc:creator>
  <cp:lastModifiedBy>Roman</cp:lastModifiedBy>
  <cp:revision>10</cp:revision>
  <dcterms:created xsi:type="dcterms:W3CDTF">2026-05-19T17:13:57Z</dcterms:created>
  <dcterms:modified xsi:type="dcterms:W3CDTF">2026-05-19T20:50:54Z</dcterms:modified>
</cp:coreProperties>
</file>
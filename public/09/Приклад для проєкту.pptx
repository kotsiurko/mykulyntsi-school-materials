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slideLayouts/slideLayout3.xml" ContentType="application/vnd.openxmlformats-officedocument.presentationml.slideLayout+xml"/>
  <Override PartName="/ppt/theme/theme4.xml" ContentType="application/vnd.openxmlformats-officedocument.theme+xml"/>
  <Override PartName="/ppt/slideLayouts/slideLayout4.xml" ContentType="application/vnd.openxmlformats-officedocument.presentationml.slideLayout+xml"/>
  <Override PartName="/ppt/theme/theme5.xml" ContentType="application/vnd.openxmlformats-officedocument.theme+xml"/>
  <Override PartName="/ppt/slideLayouts/slideLayout5.xml" ContentType="application/vnd.openxmlformats-officedocument.presentationml.slideLayout+xml"/>
  <Override PartName="/ppt/theme/theme6.xml" ContentType="application/vnd.openxmlformats-officedocument.theme+xml"/>
  <Override PartName="/ppt/slideLayouts/slideLayout6.xml" ContentType="application/vnd.openxmlformats-officedocument.presentationml.slideLayout+xml"/>
  <Override PartName="/ppt/theme/theme7.xml" ContentType="application/vnd.openxmlformats-officedocument.theme+xml"/>
  <Override PartName="/ppt/slideLayouts/slideLayout7.xml" ContentType="application/vnd.openxmlformats-officedocument.presentationml.slideLayout+xml"/>
  <Override PartName="/ppt/theme/theme8.xml" ContentType="application/vnd.openxmlformats-officedocument.theme+xml"/>
  <Override PartName="/ppt/slideLayouts/slideLayout8.xml" ContentType="application/vnd.openxmlformats-officedocument.presentationml.slideLayout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theme/theme10.xml" ContentType="application/vnd.openxmlformats-officedocument.theme+xml"/>
  <Override PartName="/ppt/slideLayouts/slideLayout10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  <p:sldMasterId id="2147483659" r:id="rId2"/>
    <p:sldMasterId id="2147483660" r:id="rId3"/>
    <p:sldMasterId id="2147483661" r:id="rId4"/>
    <p:sldMasterId id="2147483662" r:id="rId5"/>
    <p:sldMasterId id="2147483663" r:id="rId6"/>
    <p:sldMasterId id="2147483664" r:id="rId7"/>
    <p:sldMasterId id="2147483665" r:id="rId8"/>
    <p:sldMasterId id="2147483666" r:id="rId9"/>
    <p:sldMasterId id="2147483667" r:id="rId10"/>
    <p:sldMasterId id="2147483668" r:id="rId11"/>
  </p:sldMasterIdLst>
  <p:notesMasterIdLst>
    <p:notesMasterId r:id="rId33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618">
          <p15:clr>
            <a:srgbClr val="000000"/>
          </p15:clr>
        </p15:guide>
        <p15:guide id="2" orient="horz" pos="3861">
          <p15:clr>
            <a:srgbClr val="000000"/>
          </p15:clr>
        </p15:guide>
        <p15:guide id="3" orient="horz" pos="1412">
          <p15:clr>
            <a:srgbClr val="000000"/>
          </p15:clr>
        </p15:guide>
        <p15:guide id="4" pos="438">
          <p15:clr>
            <a:srgbClr val="000000"/>
          </p15:clr>
        </p15:guide>
        <p15:guide id="5" pos="597">
          <p15:clr>
            <a:srgbClr val="000000"/>
          </p15:clr>
        </p15:guide>
        <p15:guide id="6" pos="7197">
          <p15:clr>
            <a:srgbClr val="000000"/>
          </p15:clr>
        </p15:guide>
        <p15:guide id="7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1" d="100"/>
          <a:sy n="91" d="100"/>
        </p:scale>
        <p:origin x="-331" y="14"/>
      </p:cViewPr>
      <p:guideLst>
        <p:guide orient="horz" pos="618"/>
        <p:guide orient="horz" pos="3861"/>
        <p:guide orient="horz" pos="1412"/>
        <p:guide pos="438"/>
        <p:guide pos="597"/>
        <p:guide pos="719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‹№›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1635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. текст" type="vertTx">
  <p:cSld name="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. загол. и текст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6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7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8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9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362" y="5807075"/>
            <a:ext cx="2341563" cy="120808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0362" y="5807075"/>
            <a:ext cx="2341563" cy="120808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362" y="5807075"/>
            <a:ext cx="2341563" cy="120808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362" y="5807075"/>
            <a:ext cx="2341563" cy="1208087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362" y="5807075"/>
            <a:ext cx="2341563" cy="1208087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362" y="5807075"/>
            <a:ext cx="2341563" cy="1208087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362" y="5807075"/>
            <a:ext cx="2341563" cy="1208087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362" y="5807075"/>
            <a:ext cx="2341563" cy="120808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362" y="5807075"/>
            <a:ext cx="2341563" cy="120808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362" y="5807075"/>
            <a:ext cx="2341563" cy="1208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362" y="5807075"/>
            <a:ext cx="2341563" cy="120808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 descr="C:\Users\Masha\Desktop\sexteeng-181214105353\Слайд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 descr="C:\Users\Masha\Desktop\sexteeng-181214105353\Слайд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 descr="C:\Users\Masha\Desktop\sexteeng-181214105353\Слайд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5" descr="C:\Users\Masha\Desktop\sexteeng-181214105353\Слайд4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6" descr="C:\Users\Masha\Desktop\sexteeng-181214105353\Слайд5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7" descr="C:\Users\Masha\Desktop\sexteeng-181214105353\Слайд6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8" descr="C:\Users\Masha\Desktop\sexteeng-181214105353\Слайд7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9" descr="C:\Users\Masha\Desktop\sexteeng-181214105353\Слайд8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0" descr="C:\Users\Masha\Desktop\sexteeng-181214105353\Слайд9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1" descr="C:\Users\Masha\Desktop\sexteeng-181214105353\Слайд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2" descr="C:\Users\Masha\Desktop\sexteeng-181214105353\Слайд1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3" descr="C:\Users\Masha\Desktop\sexteeng-181214105353\Слайд1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4" descr="C:\Users\Masha\Desktop\sexteeng-181214105353\Слайд1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5" descr="C:\Users\Masha\Desktop\sexteeng-181214105353\Слайд14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6" descr="C:\Users\Masha\Desktop\sexteeng-181214105353\Слайд15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7" descr="C:\Users\Masha\Desktop\sexteeng-181214105353\Слайд16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8" descr="C:\Users\Masha\Desktop\sexteeng-181214105353\Слайд17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9" descr="C:\Users\Masha\Desktop\sexteeng-181214105353\Слайд18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0" descr="C:\Users\Masha\Desktop\sexteeng-181214105353\Слайд19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1" descr="C:\Users\Masha\Desktop\sexteeng-181214105353\Слайд2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2" descr="C:\Users\Masha\Desktop\sexteeng-181214105353\Слайд2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Специальное оформлени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Специальное оформлени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Специальное оформлени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Специальное оформлени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Специальное оформлени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Специальное оформлени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Специальное оформлени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Специальное оформлени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Специальное оформлени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0_Специальное оформлени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Довільний</PresentationFormat>
  <Paragraphs>0</Paragraphs>
  <Slides>21</Slides>
  <Notes>21</Notes>
  <HiddenSlides>0</HiddenSlides>
  <MMClips>0</MMClips>
  <ScaleCrop>false</ScaleCrop>
  <HeadingPairs>
    <vt:vector size="4" baseType="variant">
      <vt:variant>
        <vt:lpstr>Тема</vt:lpstr>
      </vt:variant>
      <vt:variant>
        <vt:i4>11</vt:i4>
      </vt:variant>
      <vt:variant>
        <vt:lpstr>Заголовки слайдів</vt:lpstr>
      </vt:variant>
      <vt:variant>
        <vt:i4>21</vt:i4>
      </vt:variant>
    </vt:vector>
  </HeadingPairs>
  <TitlesOfParts>
    <vt:vector size="32" baseType="lpstr">
      <vt:lpstr>1_Специальное оформление</vt:lpstr>
      <vt:lpstr>Специальное оформление</vt:lpstr>
      <vt:lpstr>2_Специальное оформление</vt:lpstr>
      <vt:lpstr>3_Специальное оформление</vt:lpstr>
      <vt:lpstr>4_Специальное оформление</vt:lpstr>
      <vt:lpstr>5_Специальное оформление</vt:lpstr>
      <vt:lpstr>6_Специальное оформление</vt:lpstr>
      <vt:lpstr>7_Специальное оформление</vt:lpstr>
      <vt:lpstr>8_Специальное оформление</vt:lpstr>
      <vt:lpstr>9_Специальное оформление</vt:lpstr>
      <vt:lpstr>10_Специальное оформление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Ольга Барна</dc:creator>
  <cp:lastModifiedBy>Ольга Барна</cp:lastModifiedBy>
  <cp:revision>1</cp:revision>
  <dcterms:modified xsi:type="dcterms:W3CDTF">2021-10-03T10:40:37Z</dcterms:modified>
</cp:coreProperties>
</file>